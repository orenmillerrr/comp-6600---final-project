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handoutMasterIdLst>
    <p:handoutMasterId r:id="rId15"/>
  </p:handoutMasterIdLst>
  <p:sldIdLst>
    <p:sldId id="256" r:id="rId2"/>
    <p:sldId id="257" r:id="rId3"/>
    <p:sldId id="258" r:id="rId4"/>
    <p:sldId id="265" r:id="rId5"/>
    <p:sldId id="259" r:id="rId6"/>
    <p:sldId id="260" r:id="rId7"/>
    <p:sldId id="261" r:id="rId8"/>
    <p:sldId id="267" r:id="rId9"/>
    <p:sldId id="268" r:id="rId10"/>
    <p:sldId id="263" r:id="rId11"/>
    <p:sldId id="266" r:id="rId12"/>
    <p:sldId id="264" r:id="rId13"/>
  </p:sldIdLst>
  <p:sldSz cx="12192000" cy="6858000"/>
  <p:notesSz cx="9144000" cy="6858000"/>
  <p:defaultTextStyle>
    <a:lvl1pPr defTabSz="457200">
      <a:buClr>
        <a:srgbClr val="000000"/>
      </a:buClr>
      <a:buFont typeface="Calibri"/>
      <a:defRPr>
        <a:uFill>
          <a:solidFill/>
        </a:uFill>
        <a:latin typeface="+mn-lt"/>
        <a:ea typeface="+mn-ea"/>
        <a:cs typeface="+mn-cs"/>
        <a:sym typeface="Calibri"/>
      </a:defRPr>
    </a:lvl1pPr>
    <a:lvl2pPr indent="342900" defTabSz="457200">
      <a:buClr>
        <a:srgbClr val="000000"/>
      </a:buClr>
      <a:buFont typeface="Calibri"/>
      <a:defRPr>
        <a:uFill>
          <a:solidFill/>
        </a:uFill>
        <a:latin typeface="+mn-lt"/>
        <a:ea typeface="+mn-ea"/>
        <a:cs typeface="+mn-cs"/>
        <a:sym typeface="Calibri"/>
      </a:defRPr>
    </a:lvl2pPr>
    <a:lvl3pPr indent="685800" defTabSz="457200">
      <a:buClr>
        <a:srgbClr val="000000"/>
      </a:buClr>
      <a:buFont typeface="Calibri"/>
      <a:defRPr>
        <a:uFill>
          <a:solidFill/>
        </a:uFill>
        <a:latin typeface="+mn-lt"/>
        <a:ea typeface="+mn-ea"/>
        <a:cs typeface="+mn-cs"/>
        <a:sym typeface="Calibri"/>
      </a:defRPr>
    </a:lvl3pPr>
    <a:lvl4pPr indent="1028700" defTabSz="457200">
      <a:buClr>
        <a:srgbClr val="000000"/>
      </a:buClr>
      <a:buFont typeface="Calibri"/>
      <a:defRPr>
        <a:uFill>
          <a:solidFill/>
        </a:uFill>
        <a:latin typeface="+mn-lt"/>
        <a:ea typeface="+mn-ea"/>
        <a:cs typeface="+mn-cs"/>
        <a:sym typeface="Calibri"/>
      </a:defRPr>
    </a:lvl4pPr>
    <a:lvl5pPr indent="1371600" defTabSz="457200">
      <a:buClr>
        <a:srgbClr val="000000"/>
      </a:buClr>
      <a:buFont typeface="Calibri"/>
      <a:defRPr>
        <a:uFill>
          <a:solidFill/>
        </a:uFill>
        <a:latin typeface="+mn-lt"/>
        <a:ea typeface="+mn-ea"/>
        <a:cs typeface="+mn-cs"/>
        <a:sym typeface="Calibri"/>
      </a:defRPr>
    </a:lvl5pPr>
    <a:lvl6pPr indent="1714500" defTabSz="457200">
      <a:buClr>
        <a:srgbClr val="000000"/>
      </a:buClr>
      <a:buFont typeface="Calibri"/>
      <a:defRPr>
        <a:uFill>
          <a:solidFill/>
        </a:uFill>
        <a:latin typeface="+mn-lt"/>
        <a:ea typeface="+mn-ea"/>
        <a:cs typeface="+mn-cs"/>
        <a:sym typeface="Calibri"/>
      </a:defRPr>
    </a:lvl6pPr>
    <a:lvl7pPr indent="2057400" defTabSz="457200">
      <a:buClr>
        <a:srgbClr val="000000"/>
      </a:buClr>
      <a:buFont typeface="Calibri"/>
      <a:defRPr>
        <a:uFill>
          <a:solidFill/>
        </a:uFill>
        <a:latin typeface="+mn-lt"/>
        <a:ea typeface="+mn-ea"/>
        <a:cs typeface="+mn-cs"/>
        <a:sym typeface="Calibri"/>
      </a:defRPr>
    </a:lvl7pPr>
    <a:lvl8pPr indent="2400300" defTabSz="457200">
      <a:buClr>
        <a:srgbClr val="000000"/>
      </a:buClr>
      <a:buFont typeface="Calibri"/>
      <a:defRPr>
        <a:uFill>
          <a:solidFill/>
        </a:uFill>
        <a:latin typeface="+mn-lt"/>
        <a:ea typeface="+mn-ea"/>
        <a:cs typeface="+mn-cs"/>
        <a:sym typeface="Calibri"/>
      </a:defRPr>
    </a:lvl8pPr>
    <a:lvl9pPr indent="2743200" defTabSz="457200">
      <a:buClr>
        <a:srgbClr val="000000"/>
      </a:buClr>
      <a:buFont typeface="Calibri"/>
      <a:defRPr>
        <a:uFill>
          <a:solidFill/>
        </a:uFill>
        <a:latin typeface="+mn-lt"/>
        <a:ea typeface="+mn-ea"/>
        <a:cs typeface="+mn-cs"/>
        <a:sym typeface="Calibri"/>
      </a:defRPr>
    </a:lvl9pPr>
  </p:defaultTextStyle>
  <p:extLst>
    <p:ext uri="{521415D9-36F7-43E2-AB2F-B90AF26B5E84}">
      <p14:sectionLst xmlns:p14="http://schemas.microsoft.com/office/powerpoint/2010/main">
        <p14:section name="Default Section" id="{E347D57E-4708-4FA0-BE30-09F3E92F9690}">
          <p14:sldIdLst>
            <p14:sldId id="256"/>
            <p14:sldId id="257"/>
            <p14:sldId id="258"/>
            <p14:sldId id="265"/>
            <p14:sldId id="259"/>
            <p14:sldId id="260"/>
            <p14:sldId id="261"/>
            <p14:sldId id="267"/>
            <p14:sldId id="268"/>
            <p14:sldId id="263"/>
            <p14:sldId id="266"/>
            <p14:sldId id="26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3244D"/>
    <a:srgbClr val="496E9C"/>
    <a:srgbClr val="F68026"/>
    <a:srgbClr val="DD550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0B555A6-F089-4279-A3DC-7232291B8924}" v="125" dt="2022-07-19T13:34:34.576"/>
    <p1510:client id="{FD602889-D4B9-4FD2-8A1A-E4C57B106A6B}" v="79" dt="2022-04-22T13:05:25.540"/>
  </p1510:revLst>
</p1510:revInfo>
</file>

<file path=ppt/tableStyles.xml><?xml version="1.0" encoding="utf-8"?>
<a:tblStyleLst xmlns:a="http://schemas.openxmlformats.org/drawingml/2006/main" def="{5940675A-B579-460E-94D1-54222C63F5DA}">
  <a:tblStyle styleId="{8F44A2F1-9E1F-4B54-A3A2-5F16C0AD49E2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1EAF4"/>
          </a:solidFill>
        </a:fill>
      </a:tcStyle>
    </a:wholeTbl>
    <a:band2H>
      <a:tcTxStyle/>
      <a:tcStyle>
        <a:tcBdr/>
        <a:fill>
          <a:solidFill>
            <a:srgbClr val="F1F5FA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381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6095C9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6095C9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6095C9"/>
          </a:solidFill>
        </a:fill>
      </a:tcStyle>
    </a:firstRow>
  </a:tblStyle>
  <a:tblStyle styleId="{C7B018BB-80A7-4F77-B60F-C8B233D01FF8}" styleName="">
    <a:tblBg/>
    <a:wholeTbl>
      <a:tcTxStyle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n">
        <a:font>
          <a:latin typeface="Helvetica Light"/>
          <a:ea typeface="Helvetica Light"/>
          <a:cs typeface="Helvetica Light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5AC831"/>
          </a:solidFill>
        </a:fill>
      </a:tcStyle>
    </a:firstCol>
    <a:lastRow>
      <a:tcTxStyle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n">
        <a:font>
          <a:latin typeface="Helvetica Light"/>
          <a:ea typeface="Helvetica Light"/>
          <a:cs typeface="Helvetica Light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00882B"/>
          </a:solidFill>
        </a:fill>
      </a:tcStyle>
    </a:firstRow>
  </a:tblStyle>
  <a:tblStyle styleId="{EEE7283C-3CF3-47DC-8721-378D4A62B228}" styleName="">
    <a:tblBg/>
    <a:wholeTbl>
      <a:tcTxStyle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E6E3D7"/>
          </a:solidFill>
        </a:fill>
      </a:tcStyle>
    </a:wholeTbl>
    <a:band2H>
      <a:tcTxStyle/>
      <a:tcStyle>
        <a:tcBdr/>
        <a:fill>
          <a:solidFill>
            <a:srgbClr val="C3C2C2"/>
          </a:solidFill>
        </a:fill>
      </a:tcStyle>
    </a:band2H>
    <a:firstCol>
      <a:tcTxStyle b="on">
        <a:font>
          <a:latin typeface="Helvetica Light"/>
          <a:ea typeface="Helvetica Light"/>
          <a:cs typeface="Helvetica Light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09C99"/>
          </a:solidFill>
        </a:fill>
      </a:tcStyle>
    </a:firstCol>
    <a:lastRow>
      <a:tcTxStyle b="on">
        <a:font>
          <a:latin typeface="Helvetica Light"/>
          <a:ea typeface="Helvetica Light"/>
          <a:cs typeface="Helvetica Light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lastRow>
    <a:firstRow>
      <a:tcTxStyle b="on">
        <a:font>
          <a:latin typeface="Helvetica Light"/>
          <a:ea typeface="Helvetica Light"/>
          <a:cs typeface="Helvetica Light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firstRow>
  </a:tblStyle>
  <a:tblStyle styleId="{CF821DB8-F4EB-4A41-A1BA-3FCAFE7338EE}" styleName="">
    <a:tblBg/>
    <a:wholeTbl>
      <a:tcTxStyle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CE5E6"/>
          </a:solidFill>
        </a:fill>
      </a:tcStyle>
    </a:band2H>
    <a:firstCol>
      <a:tcTxStyle b="on">
        <a:font>
          <a:latin typeface="Helvetica Light"/>
          <a:ea typeface="Helvetica Light"/>
          <a:cs typeface="Helvetica Light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Col>
    <a:lastRow>
      <a:tcTxStyle b="on">
        <a:font>
          <a:latin typeface="Helvetica Light"/>
          <a:ea typeface="Helvetica Light"/>
          <a:cs typeface="Helvetica Light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lastRow>
    <a:firstRow>
      <a:tcTxStyle b="on">
        <a:font>
          <a:latin typeface="Helvetica Light"/>
          <a:ea typeface="Helvetica Light"/>
          <a:cs typeface="Helvetica Light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Row>
  </a:tblStyle>
  <a:tblStyle styleId="{33BA23B1-9221-436E-865A-0063620EA4FD}" styleName="">
    <a:tblBg/>
    <a:wholeTbl>
      <a:tcTxStyle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D0D1D2"/>
          </a:solidFill>
        </a:fill>
      </a:tcStyle>
    </a:wholeTbl>
    <a:band2H>
      <a:tcTxStyle/>
      <a:tcStyle>
        <a:tcBdr/>
        <a:fill>
          <a:solidFill>
            <a:srgbClr val="DEDEDF"/>
          </a:solidFill>
        </a:fill>
      </a:tcStyle>
    </a:band2H>
    <a:firstCol>
      <a:tcTxStyle b="on">
        <a:font>
          <a:latin typeface="Helvetica Light"/>
          <a:ea typeface="Helvetica Light"/>
          <a:cs typeface="Helvetica Light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761"/>
          </a:solidFill>
        </a:fill>
      </a:tcStyle>
    </a:firstCol>
    <a:lastRow>
      <a:tcTxStyle b="on">
        <a:font>
          <a:latin typeface="Helvetica Light"/>
          <a:ea typeface="Helvetica Light"/>
          <a:cs typeface="Helvetica Light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909398"/>
          </a:solidFill>
        </a:fill>
      </a:tcStyle>
    </a:lastRow>
    <a:firstRow>
      <a:tcTxStyle b="on">
        <a:font>
          <a:latin typeface="Helvetica Light"/>
          <a:ea typeface="Helvetica Light"/>
          <a:cs typeface="Helvetica Light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67C85"/>
          </a:solidFill>
        </a:fill>
      </a:tcStyle>
    </a:firstRow>
  </a:tblStyle>
  <a:tblStyle styleId="{2708684C-4D16-4618-839F-0558EEFCDFE6}" styleName="">
    <a:tblBg/>
    <a:wholeTbl>
      <a:tcTxStyle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  <a:tblStyle styleId="{4C3C2611-4C71-4FC5-86AE-919BDF0F9419}" styleName="">
    <a:tblBg/>
    <a:wholeTbl>
      <a:tcTxStyle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>
        <a:font>
          <a:latin typeface="Helvetica Light"/>
          <a:ea typeface="Helvetica Light"/>
          <a:cs typeface="Helvetica Light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398CCE"/>
          </a:solidFill>
        </a:fill>
      </a:tcStyle>
    </a:firstCol>
    <a:lastRow>
      <a:tcTxStyle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>
        <a:font>
          <a:latin typeface="Helvetica Light"/>
          <a:ea typeface="Helvetica Light"/>
          <a:cs typeface="Helvetica Light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0365C0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720" autoAdjust="0"/>
    <p:restoredTop sz="93909" autoAdjust="0"/>
  </p:normalViewPr>
  <p:slideViewPr>
    <p:cSldViewPr snapToGrid="0" snapToObjects="1">
      <p:cViewPr>
        <p:scale>
          <a:sx n="73" d="100"/>
          <a:sy n="73" d="100"/>
        </p:scale>
        <p:origin x="1056" y="8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72FF73-3B8F-A544-A0A0-42F2B80C88BC}" type="datetimeFigureOut">
              <a:rPr lang="en-US" smtClean="0"/>
              <a:t>11/20/2025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E7C57B-DB5A-054E-86C1-F8B7CA8338F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7853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Shape 41"/>
          <p:cNvSpPr>
            <a:spLocks noGrp="1" noRot="1" noChangeAspect="1"/>
          </p:cNvSpPr>
          <p:nvPr>
            <p:ph type="sldImg"/>
          </p:nvPr>
        </p:nvSpPr>
        <p:spPr>
          <a:xfrm>
            <a:off x="2286000" y="514350"/>
            <a:ext cx="4572000" cy="2571750"/>
          </a:xfrm>
          <a:prstGeom prst="rect">
            <a:avLst/>
          </a:prstGeom>
        </p:spPr>
        <p:txBody>
          <a:bodyPr/>
          <a:lstStyle/>
          <a:p>
            <a:pPr lvl="0"/>
            <a:endParaRPr dirty="0"/>
          </a:p>
        </p:txBody>
      </p:sp>
      <p:sp>
        <p:nvSpPr>
          <p:cNvPr id="42" name="Shape 42"/>
          <p:cNvSpPr>
            <a:spLocks noGrp="1"/>
          </p:cNvSpPr>
          <p:nvPr>
            <p:ph type="body" sz="quarter" idx="1"/>
          </p:nvPr>
        </p:nvSpPr>
        <p:spPr>
          <a:xfrm>
            <a:off x="1219200" y="3257550"/>
            <a:ext cx="6705600" cy="3086100"/>
          </a:xfrm>
          <a:prstGeom prst="rect">
            <a:avLst/>
          </a:prstGeom>
        </p:spPr>
        <p:txBody>
          <a:bodyPr/>
          <a:lstStyle/>
          <a:p>
            <a:pPr lvl="0"/>
            <a:endParaRPr/>
          </a:p>
        </p:txBody>
      </p:sp>
    </p:spTree>
    <p:extLst>
      <p:ext uri="{BB962C8B-B14F-4D97-AF65-F5344CB8AC3E}">
        <p14:creationId xmlns:p14="http://schemas.microsoft.com/office/powerpoint/2010/main" val="1460961498"/>
      </p:ext>
    </p:extLst>
  </p:cSld>
  <p:clrMap bg1="lt1" tx1="dk1" bg2="lt2" tx2="dk2" accent1="accent1" accent2="accent2" accent3="accent3" accent4="accent4" accent5="accent5" accent6="accent6" hlink="hlink" folHlink="folHlink"/>
  <p:notesStyle>
    <a:lvl1pPr defTabSz="584200">
      <a:defRPr sz="2200">
        <a:latin typeface="Lucida Grande"/>
        <a:ea typeface="Lucida Grande"/>
        <a:cs typeface="Lucida Grande"/>
        <a:sym typeface="Lucida Grande"/>
      </a:defRPr>
    </a:lvl1pPr>
    <a:lvl2pPr indent="228600" defTabSz="584200">
      <a:defRPr sz="2200">
        <a:latin typeface="Lucida Grande"/>
        <a:ea typeface="Lucida Grande"/>
        <a:cs typeface="Lucida Grande"/>
        <a:sym typeface="Lucida Grande"/>
      </a:defRPr>
    </a:lvl2pPr>
    <a:lvl3pPr indent="457200" defTabSz="584200">
      <a:defRPr sz="2200">
        <a:latin typeface="Lucida Grande"/>
        <a:ea typeface="Lucida Grande"/>
        <a:cs typeface="Lucida Grande"/>
        <a:sym typeface="Lucida Grande"/>
      </a:defRPr>
    </a:lvl3pPr>
    <a:lvl4pPr indent="685800" defTabSz="584200">
      <a:defRPr sz="2200">
        <a:latin typeface="Lucida Grande"/>
        <a:ea typeface="Lucida Grande"/>
        <a:cs typeface="Lucida Grande"/>
        <a:sym typeface="Lucida Grande"/>
      </a:defRPr>
    </a:lvl4pPr>
    <a:lvl5pPr indent="914400" defTabSz="584200">
      <a:defRPr sz="2200">
        <a:latin typeface="Lucida Grande"/>
        <a:ea typeface="Lucida Grande"/>
        <a:cs typeface="Lucida Grande"/>
        <a:sym typeface="Lucida Grande"/>
      </a:defRPr>
    </a:lvl5pPr>
    <a:lvl6pPr indent="1143000" defTabSz="584200">
      <a:defRPr sz="2200">
        <a:latin typeface="Lucida Grande"/>
        <a:ea typeface="Lucida Grande"/>
        <a:cs typeface="Lucida Grande"/>
        <a:sym typeface="Lucida Grande"/>
      </a:defRPr>
    </a:lvl6pPr>
    <a:lvl7pPr indent="1371600" defTabSz="584200">
      <a:defRPr sz="2200">
        <a:latin typeface="Lucida Grande"/>
        <a:ea typeface="Lucida Grande"/>
        <a:cs typeface="Lucida Grande"/>
        <a:sym typeface="Lucida Grande"/>
      </a:defRPr>
    </a:lvl7pPr>
    <a:lvl8pPr indent="1600200" defTabSz="584200">
      <a:defRPr sz="2200">
        <a:latin typeface="Lucida Grande"/>
        <a:ea typeface="Lucida Grande"/>
        <a:cs typeface="Lucida Grande"/>
        <a:sym typeface="Lucida Grande"/>
      </a:defRPr>
    </a:lvl8pPr>
    <a:lvl9pPr indent="1828800" defTabSz="584200">
      <a:defRPr sz="2200">
        <a:latin typeface="Lucida Grande"/>
        <a:ea typeface="Lucida Grande"/>
        <a:cs typeface="Lucida Grande"/>
        <a:sym typeface="Lucida Grande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548CF9-3783-4464-B8A6-36002A8053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2BCA0D1-A551-404D-9B92-0FCD64BCB89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35540" y="6379322"/>
            <a:ext cx="2743200" cy="365125"/>
          </a:xfrm>
          <a:prstGeom prst="rect">
            <a:avLst/>
          </a:prstGeom>
        </p:spPr>
        <p:txBody>
          <a:bodyPr/>
          <a:lstStyle/>
          <a:p>
            <a:fld id="{CAC3FE34-2808-40E6-BEA2-B7CA77D47CA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113E940-64C2-4219-AF3E-2EA4252ADAA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35540" y="1341438"/>
            <a:ext cx="11899298" cy="491172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01056165"/>
      </p:ext>
    </p:extLst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548CF9-3783-4464-B8A6-36002A8053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2BCA0D1-A551-404D-9B92-0FCD64BCB89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35540" y="6379322"/>
            <a:ext cx="2743200" cy="365125"/>
          </a:xfrm>
          <a:prstGeom prst="rect">
            <a:avLst/>
          </a:prstGeom>
        </p:spPr>
        <p:txBody>
          <a:bodyPr/>
          <a:lstStyle/>
          <a:p>
            <a:fld id="{CAC3FE34-2808-40E6-BEA2-B7CA77D47CA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113E940-64C2-4219-AF3E-2EA4252ADAA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35540" y="1341438"/>
            <a:ext cx="5960460" cy="491172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88865753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ight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548CF9-3783-4464-B8A6-36002A8053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2BCA0D1-A551-404D-9B92-0FCD64BCB89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35540" y="6379322"/>
            <a:ext cx="2743200" cy="365125"/>
          </a:xfrm>
          <a:prstGeom prst="rect">
            <a:avLst/>
          </a:prstGeom>
        </p:spPr>
        <p:txBody>
          <a:bodyPr/>
          <a:lstStyle/>
          <a:p>
            <a:fld id="{CAC3FE34-2808-40E6-BEA2-B7CA77D47CA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113E940-64C2-4219-AF3E-2EA4252ADAA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096000" y="1341438"/>
            <a:ext cx="5938838" cy="491172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41633695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9E80C0-A472-473F-946E-12445524FB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F58CB85-E592-48C3-A33C-B2127E652C5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35540" y="6379322"/>
            <a:ext cx="2743200" cy="365125"/>
          </a:xfrm>
          <a:prstGeom prst="rect">
            <a:avLst/>
          </a:prstGeom>
        </p:spPr>
        <p:txBody>
          <a:bodyPr/>
          <a:lstStyle/>
          <a:p>
            <a:fld id="{CAC3FE34-2808-40E6-BEA2-B7CA77D47CA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7155394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9E80C0-A472-473F-946E-12445524FB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2594" y="2648883"/>
            <a:ext cx="10515600" cy="908220"/>
          </a:xfrm>
        </p:spPr>
        <p:txBody>
          <a:bodyPr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F58CB85-E592-48C3-A33C-B2127E652C5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35540" y="6379322"/>
            <a:ext cx="2743200" cy="365125"/>
          </a:xfrm>
          <a:prstGeom prst="rect">
            <a:avLst/>
          </a:prstGeom>
        </p:spPr>
        <p:txBody>
          <a:bodyPr/>
          <a:lstStyle/>
          <a:p>
            <a:fld id="{CAC3FE34-2808-40E6-BEA2-B7CA77D47CA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4467784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525C512-E52E-4491-B6A5-8306962CF8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724983"/>
            <a:ext cx="10515600" cy="908220"/>
          </a:xfrm>
        </p:spPr>
        <p:txBody>
          <a:bodyPr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Shape 10">
            <a:extLst>
              <a:ext uri="{FF2B5EF4-FFF2-40B4-BE49-F238E27FC236}">
                <a16:creationId xmlns:a16="http://schemas.microsoft.com/office/drawing/2014/main" id="{84D2BF3C-06DA-4852-871F-842B35B156B1}"/>
              </a:ext>
            </a:extLst>
          </p:cNvPr>
          <p:cNvSpPr/>
          <p:nvPr userDrawn="1"/>
        </p:nvSpPr>
        <p:spPr>
          <a:xfrm>
            <a:off x="-5161" y="4835023"/>
            <a:ext cx="12197162" cy="2022977"/>
          </a:xfrm>
          <a:prstGeom prst="rect">
            <a:avLst/>
          </a:prstGeom>
          <a:solidFill>
            <a:schemeClr val="accent1"/>
          </a:solidFill>
          <a:ln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38100" tIns="38100" rIns="38100" bIns="38100" anchor="ctr"/>
          <a:lstStyle/>
          <a:p>
            <a:pPr lvl="0" algn="ctr" defTabSz="584200">
              <a:buClr>
                <a:srgbClr val="FFFFFF"/>
              </a:buCl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>
                  <a:solidFill>
                    <a:srgbClr val="FFFFFF"/>
                  </a:solidFill>
                </a:uFill>
              </a:defRPr>
            </a:pPr>
            <a:endParaRPr sz="4000"/>
          </a:p>
        </p:txBody>
      </p:sp>
      <p:sp>
        <p:nvSpPr>
          <p:cNvPr id="7" name="Shape 11">
            <a:extLst>
              <a:ext uri="{FF2B5EF4-FFF2-40B4-BE49-F238E27FC236}">
                <a16:creationId xmlns:a16="http://schemas.microsoft.com/office/drawing/2014/main" id="{4B4A40CC-DF18-4A78-92C8-FD234B6AF4FB}"/>
              </a:ext>
            </a:extLst>
          </p:cNvPr>
          <p:cNvSpPr/>
          <p:nvPr userDrawn="1"/>
        </p:nvSpPr>
        <p:spPr>
          <a:xfrm>
            <a:off x="-1" y="4504664"/>
            <a:ext cx="12192001" cy="250980"/>
          </a:xfrm>
          <a:prstGeom prst="rect">
            <a:avLst/>
          </a:prstGeom>
          <a:solidFill>
            <a:schemeClr val="accent2"/>
          </a:solidFill>
          <a:ln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38100" tIns="38100" rIns="38100" bIns="38100" anchor="ctr"/>
          <a:lstStyle/>
          <a:p>
            <a:pPr lvl="0" algn="ctr" defTabSz="584200">
              <a:buClr>
                <a:srgbClr val="FFFFFF"/>
              </a:buCl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>
                  <a:solidFill>
                    <a:srgbClr val="FFFFFF"/>
                  </a:solidFill>
                </a:uFill>
              </a:defRPr>
            </a:pPr>
            <a:endParaRPr sz="400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B7015D5-D328-4085-BCB3-E5EFDBA40EA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7297" y="5292486"/>
            <a:ext cx="3410716" cy="90555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63EEB5A-61D8-4E03-95F6-8FDF43DA8B0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3989" y="5527894"/>
            <a:ext cx="3064784" cy="637233"/>
          </a:xfrm>
          <a:prstGeom prst="rect">
            <a:avLst/>
          </a:prstGeom>
        </p:spPr>
      </p:pic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760D04BA-2EFD-495E-BA43-5DEC86A797E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254845" y="2833686"/>
            <a:ext cx="7677150" cy="742950"/>
          </a:xfrm>
        </p:spPr>
        <p:txBody>
          <a:bodyPr/>
          <a:lstStyle>
            <a:lvl1pPr marL="0" indent="0" algn="ctr">
              <a:buNone/>
              <a:defRPr b="1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5719712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ferenc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548CF9-3783-4464-B8A6-36002A8053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2BCA0D1-A551-404D-9B92-0FCD64BCB89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35540" y="6379322"/>
            <a:ext cx="2743200" cy="365125"/>
          </a:xfrm>
          <a:prstGeom prst="rect">
            <a:avLst/>
          </a:prstGeom>
        </p:spPr>
        <p:txBody>
          <a:bodyPr/>
          <a:lstStyle/>
          <a:p>
            <a:fld id="{CAC3FE34-2808-40E6-BEA2-B7CA77D47CA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113E940-64C2-4219-AF3E-2EA4252ADAA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35540" y="1341438"/>
            <a:ext cx="11899298" cy="4911725"/>
          </a:xfrm>
        </p:spPr>
        <p:txBody>
          <a:bodyPr>
            <a:normAutofit/>
          </a:bodyPr>
          <a:lstStyle>
            <a:lvl1pPr marL="342900" indent="-342900">
              <a:buFont typeface="+mj-lt"/>
              <a:buAutoNum type="arabicPeriod"/>
              <a:defRPr sz="1600"/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3000592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3.emf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-1" y="0"/>
            <a:ext cx="12192001" cy="1031960"/>
          </a:xfrm>
          <a:prstGeom prst="rect">
            <a:avLst/>
          </a:prstGeom>
          <a:solidFill>
            <a:schemeClr val="accent1"/>
          </a:solidFill>
          <a:ln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38100" tIns="38100" rIns="38100" bIns="38100" anchor="ctr"/>
          <a:lstStyle/>
          <a:p>
            <a:pPr lvl="0" algn="ctr" defTabSz="584200">
              <a:buClr>
                <a:srgbClr val="FFFFFF"/>
              </a:buCl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>
                  <a:solidFill>
                    <a:srgbClr val="FFFFFF"/>
                  </a:solidFill>
                </a:uFill>
              </a:defRPr>
            </a:pPr>
            <a:endParaRPr sz="4000" dirty="0"/>
          </a:p>
        </p:txBody>
      </p:sp>
      <p:sp>
        <p:nvSpPr>
          <p:cNvPr id="3" name="Shape 3"/>
          <p:cNvSpPr/>
          <p:nvPr/>
        </p:nvSpPr>
        <p:spPr>
          <a:xfrm>
            <a:off x="-5161" y="1088660"/>
            <a:ext cx="12197162" cy="124744"/>
          </a:xfrm>
          <a:prstGeom prst="rect">
            <a:avLst/>
          </a:prstGeom>
          <a:solidFill>
            <a:schemeClr val="accent2"/>
          </a:solidFill>
          <a:ln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38100" tIns="38100" rIns="38100" bIns="38100" anchor="ctr"/>
          <a:lstStyle/>
          <a:p>
            <a:pPr lvl="0" algn="ctr" defTabSz="584200">
              <a:buClr>
                <a:srgbClr val="FFFFFF"/>
              </a:buCl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>
                  <a:solidFill>
                    <a:srgbClr val="FFFFFF"/>
                  </a:solidFill>
                </a:uFill>
              </a:defRPr>
            </a:pPr>
            <a:endParaRPr sz="4000" dirty="0"/>
          </a:p>
        </p:txBody>
      </p:sp>
      <p:sp>
        <p:nvSpPr>
          <p:cNvPr id="4" name="Title Placeholder 3">
            <a:extLst>
              <a:ext uri="{FF2B5EF4-FFF2-40B4-BE49-F238E27FC236}">
                <a16:creationId xmlns:a16="http://schemas.microsoft.com/office/drawing/2014/main" id="{CE1DF323-4AB6-4C7F-9384-39FB99DB3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540" y="54785"/>
            <a:ext cx="10515600" cy="9082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1BA5D06-D170-47ED-AE85-C8D06E5935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9506" y="1346662"/>
            <a:ext cx="11733876" cy="48303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1B03E19-3093-441F-8F89-2ECF95EA3D4C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90049" y="221956"/>
            <a:ext cx="2066411" cy="548640"/>
          </a:xfrm>
          <a:prstGeom prst="rect">
            <a:avLst/>
          </a:prstGeom>
        </p:spPr>
      </p:pic>
      <p:pic>
        <p:nvPicPr>
          <p:cNvPr id="13" name="Picture 12" descr="gavlablogoMAINcarSatLargeLinesNoOrb_DigMedia.pdf">
            <a:extLst>
              <a:ext uri="{FF2B5EF4-FFF2-40B4-BE49-F238E27FC236}">
                <a16:creationId xmlns:a16="http://schemas.microsoft.com/office/drawing/2014/main" id="{6FEAE682-AFFA-42A1-ADFD-BBD259FEAC96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83900" y="6126536"/>
            <a:ext cx="1272560" cy="617910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B168F3-7D39-415A-969D-8B14E6597E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99506" y="637932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1">
                <a:solidFill>
                  <a:schemeClr val="accent6"/>
                </a:solidFill>
              </a:defRPr>
            </a:lvl1pPr>
          </a:lstStyle>
          <a:p>
            <a:fld id="{6F7E17C5-CAD7-41CE-B7A4-73834715E464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49" r:id="rId6"/>
    <p:sldLayoutId id="2147483655" r:id="rId7"/>
  </p:sldLayoutIdLst>
  <p:transition spd="med"/>
  <p:hf hdr="0" ftr="0" dt="0"/>
  <p:txStyles>
    <p:titleStyle>
      <a:lvl1pPr defTabSz="457200">
        <a:defRPr sz="3200" b="1">
          <a:solidFill>
            <a:srgbClr val="FFFFFF"/>
          </a:solidFill>
          <a:uFill>
            <a:solidFill>
              <a:srgbClr val="FFFFFF"/>
            </a:solidFill>
          </a:uFill>
          <a:latin typeface="+mj-lt"/>
          <a:ea typeface="+mn-ea"/>
          <a:cs typeface="Arial" panose="020B0604020202020204" pitchFamily="34" charset="0"/>
          <a:sym typeface="Calibri"/>
        </a:defRPr>
      </a:lvl1pPr>
      <a:lvl2pPr indent="228600" defTabSz="457200">
        <a:defRPr sz="3500" b="1">
          <a:solidFill>
            <a:srgbClr val="FFFFFF"/>
          </a:solidFill>
          <a:uFill>
            <a:solidFill>
              <a:srgbClr val="FFFFFF"/>
            </a:solidFill>
          </a:uFill>
          <a:latin typeface="+mn-lt"/>
          <a:ea typeface="+mn-ea"/>
          <a:cs typeface="+mn-cs"/>
          <a:sym typeface="Calibri"/>
        </a:defRPr>
      </a:lvl2pPr>
      <a:lvl3pPr indent="457200" defTabSz="457200">
        <a:defRPr sz="3500" b="1">
          <a:solidFill>
            <a:srgbClr val="FFFFFF"/>
          </a:solidFill>
          <a:uFill>
            <a:solidFill>
              <a:srgbClr val="FFFFFF"/>
            </a:solidFill>
          </a:uFill>
          <a:latin typeface="+mn-lt"/>
          <a:ea typeface="+mn-ea"/>
          <a:cs typeface="+mn-cs"/>
          <a:sym typeface="Calibri"/>
        </a:defRPr>
      </a:lvl3pPr>
      <a:lvl4pPr indent="685800" defTabSz="457200">
        <a:defRPr sz="3500" b="1">
          <a:solidFill>
            <a:srgbClr val="FFFFFF"/>
          </a:solidFill>
          <a:uFill>
            <a:solidFill>
              <a:srgbClr val="FFFFFF"/>
            </a:solidFill>
          </a:uFill>
          <a:latin typeface="+mn-lt"/>
          <a:ea typeface="+mn-ea"/>
          <a:cs typeface="+mn-cs"/>
          <a:sym typeface="Calibri"/>
        </a:defRPr>
      </a:lvl4pPr>
      <a:lvl5pPr indent="914400" defTabSz="457200">
        <a:defRPr sz="3500" b="1">
          <a:solidFill>
            <a:srgbClr val="FFFFFF"/>
          </a:solidFill>
          <a:uFill>
            <a:solidFill>
              <a:srgbClr val="FFFFFF"/>
            </a:solidFill>
          </a:uFill>
          <a:latin typeface="+mn-lt"/>
          <a:ea typeface="+mn-ea"/>
          <a:cs typeface="+mn-cs"/>
          <a:sym typeface="Calibri"/>
        </a:defRPr>
      </a:lvl5pPr>
      <a:lvl6pPr indent="1143000" defTabSz="457200">
        <a:defRPr sz="3500" b="1">
          <a:solidFill>
            <a:srgbClr val="FFFFFF"/>
          </a:solidFill>
          <a:uFill>
            <a:solidFill>
              <a:srgbClr val="FFFFFF"/>
            </a:solidFill>
          </a:uFill>
          <a:latin typeface="+mn-lt"/>
          <a:ea typeface="+mn-ea"/>
          <a:cs typeface="+mn-cs"/>
          <a:sym typeface="Calibri"/>
        </a:defRPr>
      </a:lvl6pPr>
      <a:lvl7pPr indent="1371600" defTabSz="457200">
        <a:defRPr sz="3500" b="1">
          <a:solidFill>
            <a:srgbClr val="FFFFFF"/>
          </a:solidFill>
          <a:uFill>
            <a:solidFill>
              <a:srgbClr val="FFFFFF"/>
            </a:solidFill>
          </a:uFill>
          <a:latin typeface="+mn-lt"/>
          <a:ea typeface="+mn-ea"/>
          <a:cs typeface="+mn-cs"/>
          <a:sym typeface="Calibri"/>
        </a:defRPr>
      </a:lvl7pPr>
      <a:lvl8pPr indent="1600200" defTabSz="457200">
        <a:defRPr sz="3500" b="1">
          <a:solidFill>
            <a:srgbClr val="FFFFFF"/>
          </a:solidFill>
          <a:uFill>
            <a:solidFill>
              <a:srgbClr val="FFFFFF"/>
            </a:solidFill>
          </a:uFill>
          <a:latin typeface="+mn-lt"/>
          <a:ea typeface="+mn-ea"/>
          <a:cs typeface="+mn-cs"/>
          <a:sym typeface="Calibri"/>
        </a:defRPr>
      </a:lvl8pPr>
      <a:lvl9pPr indent="1828800" defTabSz="457200">
        <a:defRPr sz="3500" b="1">
          <a:solidFill>
            <a:srgbClr val="FFFFFF"/>
          </a:solidFill>
          <a:uFill>
            <a:solidFill>
              <a:srgbClr val="FFFFFF"/>
            </a:solidFill>
          </a:uFill>
          <a:latin typeface="+mn-lt"/>
          <a:ea typeface="+mn-ea"/>
          <a:cs typeface="+mn-cs"/>
          <a:sym typeface="Calibri"/>
        </a:defRPr>
      </a:lvl9pPr>
    </p:titleStyle>
    <p:bodyStyle>
      <a:lvl1pPr marL="342900" indent="-342900" defTabSz="457200">
        <a:spcBef>
          <a:spcPts val="700"/>
        </a:spcBef>
        <a:buClr>
          <a:srgbClr val="000000"/>
        </a:buClr>
        <a:buSzPct val="100000"/>
        <a:buFont typeface="Arial"/>
        <a:buChar char="•"/>
        <a:defRPr sz="2800">
          <a:solidFill>
            <a:srgbClr val="03244D"/>
          </a:solidFill>
          <a:uFill>
            <a:solidFill/>
          </a:uFill>
          <a:latin typeface="+mn-lt"/>
          <a:ea typeface="+mn-ea"/>
          <a:cs typeface="Arial" panose="020B0604020202020204" pitchFamily="34" charset="0"/>
          <a:sym typeface="Calibri"/>
        </a:defRPr>
      </a:lvl1pPr>
      <a:lvl2pPr marL="783771" indent="-326571" defTabSz="457200">
        <a:spcBef>
          <a:spcPts val="700"/>
        </a:spcBef>
        <a:buClr>
          <a:srgbClr val="000000"/>
        </a:buClr>
        <a:buSzPct val="100000"/>
        <a:buFont typeface="Arial"/>
        <a:buChar char="•"/>
        <a:defRPr sz="2400">
          <a:solidFill>
            <a:srgbClr val="03244D"/>
          </a:solidFill>
          <a:uFill>
            <a:solidFill/>
          </a:uFill>
          <a:latin typeface="+mn-lt"/>
          <a:ea typeface="+mn-ea"/>
          <a:cs typeface="Arial" panose="020B0604020202020204" pitchFamily="34" charset="0"/>
          <a:sym typeface="Calibri"/>
        </a:defRPr>
      </a:lvl2pPr>
      <a:lvl3pPr marL="1219200" indent="-304800" defTabSz="457200">
        <a:spcBef>
          <a:spcPts val="700"/>
        </a:spcBef>
        <a:buClr>
          <a:srgbClr val="000000"/>
        </a:buClr>
        <a:buSzPct val="100000"/>
        <a:buFont typeface="Arial"/>
        <a:buChar char="•"/>
        <a:defRPr sz="2000">
          <a:solidFill>
            <a:srgbClr val="03244D"/>
          </a:solidFill>
          <a:uFill>
            <a:solidFill/>
          </a:uFill>
          <a:latin typeface="+mn-lt"/>
          <a:ea typeface="+mn-ea"/>
          <a:cs typeface="Arial" panose="020B0604020202020204" pitchFamily="34" charset="0"/>
          <a:sym typeface="Calibri"/>
        </a:defRPr>
      </a:lvl3pPr>
      <a:lvl4pPr marL="1737360" indent="-365760" defTabSz="457200">
        <a:spcBef>
          <a:spcPts val="700"/>
        </a:spcBef>
        <a:buClr>
          <a:srgbClr val="000000"/>
        </a:buClr>
        <a:buSzPct val="100000"/>
        <a:buFont typeface="Arial"/>
        <a:buChar char="•"/>
        <a:defRPr sz="2000">
          <a:solidFill>
            <a:srgbClr val="03244D"/>
          </a:solidFill>
          <a:uFill>
            <a:solidFill/>
          </a:uFill>
          <a:latin typeface="+mn-lt"/>
          <a:ea typeface="+mn-ea"/>
          <a:cs typeface="Arial" panose="020B0604020202020204" pitchFamily="34" charset="0"/>
          <a:sym typeface="Calibri"/>
        </a:defRPr>
      </a:lvl4pPr>
      <a:lvl5pPr marL="2194560" indent="-365760" defTabSz="457200">
        <a:spcBef>
          <a:spcPts val="700"/>
        </a:spcBef>
        <a:buClr>
          <a:srgbClr val="000000"/>
        </a:buClr>
        <a:buSzPct val="100000"/>
        <a:buFont typeface="Arial"/>
        <a:buChar char="•"/>
        <a:defRPr sz="2000">
          <a:solidFill>
            <a:srgbClr val="03244D"/>
          </a:solidFill>
          <a:uFill>
            <a:solidFill/>
          </a:uFill>
          <a:latin typeface="+mn-lt"/>
          <a:ea typeface="+mn-ea"/>
          <a:cs typeface="Arial" panose="020B0604020202020204" pitchFamily="34" charset="0"/>
          <a:sym typeface="Calibri"/>
        </a:defRPr>
      </a:lvl5pPr>
      <a:lvl6pPr marL="2451100" indent="0" defTabSz="457200">
        <a:spcBef>
          <a:spcPts val="700"/>
        </a:spcBef>
        <a:buClr>
          <a:srgbClr val="000000"/>
        </a:buClr>
        <a:buSzPct val="171000"/>
        <a:buFont typeface="Arial"/>
        <a:buNone/>
        <a:defRPr sz="1800">
          <a:solidFill>
            <a:srgbClr val="03244D"/>
          </a:solidFill>
          <a:uFill>
            <a:solidFill/>
          </a:uFill>
          <a:latin typeface="Arial" panose="020B0604020202020204" pitchFamily="34" charset="0"/>
          <a:ea typeface="+mn-ea"/>
          <a:cs typeface="Arial" panose="020B0604020202020204" pitchFamily="34" charset="0"/>
          <a:sym typeface="Calibri"/>
        </a:defRPr>
      </a:lvl6pPr>
      <a:lvl7pPr marL="3721100" indent="-914400" defTabSz="457200">
        <a:spcBef>
          <a:spcPts val="700"/>
        </a:spcBef>
        <a:buClr>
          <a:srgbClr val="000000"/>
        </a:buClr>
        <a:buSzPct val="171000"/>
        <a:buFont typeface="Arial"/>
        <a:buChar char="•"/>
        <a:defRPr sz="3200">
          <a:uFill>
            <a:solidFill/>
          </a:uFill>
          <a:latin typeface="+mn-lt"/>
          <a:ea typeface="+mn-ea"/>
          <a:cs typeface="+mn-cs"/>
          <a:sym typeface="Calibri"/>
        </a:defRPr>
      </a:lvl7pPr>
      <a:lvl8pPr marL="4076700" indent="-914400" defTabSz="457200">
        <a:spcBef>
          <a:spcPts val="700"/>
        </a:spcBef>
        <a:buClr>
          <a:srgbClr val="000000"/>
        </a:buClr>
        <a:buSzPct val="171000"/>
        <a:buFont typeface="Arial"/>
        <a:buChar char="•"/>
        <a:defRPr sz="3200">
          <a:uFill>
            <a:solidFill/>
          </a:uFill>
          <a:latin typeface="+mn-lt"/>
          <a:ea typeface="+mn-ea"/>
          <a:cs typeface="+mn-cs"/>
          <a:sym typeface="Calibri"/>
        </a:defRPr>
      </a:lvl8pPr>
      <a:lvl9pPr marL="4432300" indent="-914400" defTabSz="457200">
        <a:spcBef>
          <a:spcPts val="700"/>
        </a:spcBef>
        <a:buClr>
          <a:srgbClr val="000000"/>
        </a:buClr>
        <a:buSzPct val="171000"/>
        <a:buFont typeface="Arial"/>
        <a:buChar char="•"/>
        <a:defRPr sz="3200">
          <a:uFill>
            <a:solidFill/>
          </a:uFill>
          <a:latin typeface="+mn-lt"/>
          <a:ea typeface="+mn-ea"/>
          <a:cs typeface="+mn-cs"/>
          <a:sym typeface="Calibri"/>
        </a:defRPr>
      </a:lvl9pPr>
    </p:bodyStyle>
    <p:otherStyle>
      <a:lvl1pPr algn="r" defTabSz="457200">
        <a:defRPr sz="1200">
          <a:solidFill>
            <a:schemeClr val="tx1"/>
          </a:solidFill>
          <a:uFill>
            <a:solidFill/>
          </a:uFill>
          <a:latin typeface="+mn-lt"/>
          <a:ea typeface="+mn-ea"/>
          <a:cs typeface="+mn-cs"/>
          <a:sym typeface="Calibri"/>
        </a:defRPr>
      </a:lvl1pPr>
      <a:lvl2pPr algn="r" defTabSz="457200">
        <a:defRPr sz="1200">
          <a:solidFill>
            <a:schemeClr val="tx1"/>
          </a:solidFill>
          <a:uFill>
            <a:solidFill/>
          </a:uFill>
          <a:latin typeface="+mn-lt"/>
          <a:ea typeface="+mn-ea"/>
          <a:cs typeface="+mn-cs"/>
          <a:sym typeface="Calibri"/>
        </a:defRPr>
      </a:lvl2pPr>
      <a:lvl3pPr algn="r" defTabSz="457200">
        <a:defRPr sz="1200">
          <a:solidFill>
            <a:schemeClr val="tx1"/>
          </a:solidFill>
          <a:uFill>
            <a:solidFill/>
          </a:uFill>
          <a:latin typeface="+mn-lt"/>
          <a:ea typeface="+mn-ea"/>
          <a:cs typeface="+mn-cs"/>
          <a:sym typeface="Calibri"/>
        </a:defRPr>
      </a:lvl3pPr>
      <a:lvl4pPr algn="r" defTabSz="457200">
        <a:defRPr sz="1200">
          <a:solidFill>
            <a:schemeClr val="tx1"/>
          </a:solidFill>
          <a:uFill>
            <a:solidFill/>
          </a:uFill>
          <a:latin typeface="+mn-lt"/>
          <a:ea typeface="+mn-ea"/>
          <a:cs typeface="+mn-cs"/>
          <a:sym typeface="Calibri"/>
        </a:defRPr>
      </a:lvl4pPr>
      <a:lvl5pPr algn="r" defTabSz="457200">
        <a:defRPr sz="1200">
          <a:solidFill>
            <a:schemeClr val="tx1"/>
          </a:solidFill>
          <a:uFill>
            <a:solidFill/>
          </a:uFill>
          <a:latin typeface="+mn-lt"/>
          <a:ea typeface="+mn-ea"/>
          <a:cs typeface="+mn-cs"/>
          <a:sym typeface="Calibri"/>
        </a:defRPr>
      </a:lvl5pPr>
      <a:lvl6pPr algn="r" defTabSz="457200">
        <a:defRPr sz="1200">
          <a:solidFill>
            <a:schemeClr val="tx1"/>
          </a:solidFill>
          <a:uFill>
            <a:solidFill/>
          </a:uFill>
          <a:latin typeface="+mn-lt"/>
          <a:ea typeface="+mn-ea"/>
          <a:cs typeface="+mn-cs"/>
          <a:sym typeface="Calibri"/>
        </a:defRPr>
      </a:lvl6pPr>
      <a:lvl7pPr algn="r" defTabSz="457200">
        <a:defRPr sz="1200">
          <a:solidFill>
            <a:schemeClr val="tx1"/>
          </a:solidFill>
          <a:uFill>
            <a:solidFill/>
          </a:uFill>
          <a:latin typeface="+mn-lt"/>
          <a:ea typeface="+mn-ea"/>
          <a:cs typeface="+mn-cs"/>
          <a:sym typeface="Calibri"/>
        </a:defRPr>
      </a:lvl7pPr>
      <a:lvl8pPr algn="r" defTabSz="457200">
        <a:defRPr sz="1200">
          <a:solidFill>
            <a:schemeClr val="tx1"/>
          </a:solidFill>
          <a:uFill>
            <a:solidFill/>
          </a:uFill>
          <a:latin typeface="+mn-lt"/>
          <a:ea typeface="+mn-ea"/>
          <a:cs typeface="+mn-cs"/>
          <a:sym typeface="Calibri"/>
        </a:defRPr>
      </a:lvl8pPr>
      <a:lvl9pPr algn="r" defTabSz="457200">
        <a:defRPr sz="1200">
          <a:solidFill>
            <a:schemeClr val="tx1"/>
          </a:solidFill>
          <a:uFill>
            <a:solidFill/>
          </a:uFill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508850-6C5F-442D-A472-E2AFCC90B2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COMP 6600 Final Project: </a:t>
            </a:r>
            <a:br>
              <a:rPr lang="en-US" dirty="0"/>
            </a:br>
            <a:r>
              <a:rPr lang="en-US" dirty="0"/>
              <a:t>Time Delayed Neural Network for Improved Satellite Orbit Propagation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9E3DB5-B2F4-47B6-8B67-31F2BA473CE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254845" y="3057525"/>
            <a:ext cx="7677150" cy="742950"/>
          </a:xfrm>
        </p:spPr>
        <p:txBody>
          <a:bodyPr/>
          <a:lstStyle/>
          <a:p>
            <a:r>
              <a:rPr lang="en-US" dirty="0"/>
              <a:t>Oren Miller &amp; Luke Zins</a:t>
            </a:r>
          </a:p>
        </p:txBody>
      </p:sp>
    </p:spTree>
    <p:extLst>
      <p:ext uri="{BB962C8B-B14F-4D97-AF65-F5344CB8AC3E}">
        <p14:creationId xmlns:p14="http://schemas.microsoft.com/office/powerpoint/2010/main" val="1124523235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CE5643-55BD-62CD-8AC2-BE02373ADC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Background/Motivation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7495DC7-9988-C5B8-F3A9-9EE0CFA9466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C3FE34-2808-40E6-BEA2-B7CA77D47CA5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ABB2FE-1708-F4D9-6EB8-F42040706F9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35541" y="1341438"/>
            <a:ext cx="6722460" cy="5516562"/>
          </a:xfrm>
        </p:spPr>
        <p:txBody>
          <a:bodyPr>
            <a:normAutofit fontScale="92500"/>
          </a:bodyPr>
          <a:lstStyle/>
          <a:p>
            <a:r>
              <a:rPr lang="en-US" dirty="0"/>
              <a:t>Satellite navigation systems, such as the Global Positioning System (GPS), have become and integral to modern day society</a:t>
            </a:r>
          </a:p>
          <a:p>
            <a:r>
              <a:rPr lang="en-US" dirty="0"/>
              <a:t>These systems provide the user precise Position, Navigation, and Timing (PNT)</a:t>
            </a:r>
          </a:p>
          <a:p>
            <a:r>
              <a:rPr lang="en-US" dirty="0"/>
              <a:t>While GPS is effective, it has a low received signal power due to its satellites being in Medium Earth Orbit</a:t>
            </a:r>
          </a:p>
          <a:p>
            <a:r>
              <a:rPr lang="en-US" dirty="0"/>
              <a:t>With this reliance on GPS, researchers have been investigating methods to leverage growing quantity of satellites within Low Earth Orbit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3205DDB-45D1-0594-D4A2-246A368578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1" y="1190638"/>
            <a:ext cx="5198458" cy="5371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9608349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58742D-222B-D594-E389-B18F743EB8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86E644-E6D6-8C1C-3993-88552DE3CF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LEO Satellite Qualities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ADB3112-994C-8998-CDD8-E4A72CDEA03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C3FE34-2808-40E6-BEA2-B7CA77D47CA5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4BC29A-F8C2-6E4F-8302-96A018325FF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Typical Global Navigation Satellite Systems (GNSS) broadcast a signal with a modulated pseudorandom code that allows the user to “find” the signal below the noise floor</a:t>
            </a:r>
          </a:p>
          <a:p>
            <a:r>
              <a:rPr lang="en-US" dirty="0"/>
              <a:t>In contrast, many LEO satellites can be directly signal processed due to his high received signal power</a:t>
            </a:r>
          </a:p>
          <a:p>
            <a:r>
              <a:rPr lang="en-US" dirty="0"/>
              <a:t>This allows the signal to penetrate indoors and becomes easier for a receiver to maintain signal tracking</a:t>
            </a:r>
          </a:p>
          <a:p>
            <a:r>
              <a:rPr lang="en-US" dirty="0"/>
              <a:t>With the explosion </a:t>
            </a:r>
          </a:p>
        </p:txBody>
      </p:sp>
    </p:spTree>
    <p:extLst>
      <p:ext uri="{BB962C8B-B14F-4D97-AF65-F5344CB8AC3E}">
        <p14:creationId xmlns:p14="http://schemas.microsoft.com/office/powerpoint/2010/main" val="203478348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CF5CEB-8FAE-3BC2-96EA-A89F42BC9B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5DE060-C84D-9258-D75C-988B0E33AF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LEO Satellite Qualities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85F4A40-9F4C-3842-3926-57AEE7E53E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C3FE34-2808-40E6-BEA2-B7CA77D47CA5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9B7F31-1A12-7036-7EB4-0A8B9CD3173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35540" y="1341438"/>
            <a:ext cx="7439433" cy="5461777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Typical Global Navigation Satellite Systems (GNSS) broadcast a signal with a modulated pseudorandom code that allows the user to “find” the signal below the noise floor</a:t>
            </a:r>
          </a:p>
          <a:p>
            <a:r>
              <a:rPr lang="en-US" dirty="0"/>
              <a:t>In contrast, many LEO satellites can be directly signal processed due to his high received signal power</a:t>
            </a:r>
          </a:p>
          <a:p>
            <a:r>
              <a:rPr lang="en-US" dirty="0"/>
              <a:t>This allows the signal to penetrate indoors and becomes easier for a receiver to maintain signal tracking</a:t>
            </a:r>
          </a:p>
          <a:p>
            <a:r>
              <a:rPr lang="en-US" dirty="0"/>
              <a:t>With the explosion of commercial satellite companies, there has become a diverse geometric diversity of LEO satellites</a:t>
            </a:r>
          </a:p>
        </p:txBody>
      </p:sp>
    </p:spTree>
    <p:extLst>
      <p:ext uri="{BB962C8B-B14F-4D97-AF65-F5344CB8AC3E}">
        <p14:creationId xmlns:p14="http://schemas.microsoft.com/office/powerpoint/2010/main" val="3589235121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908044-A2A4-CCB0-7A2E-E9D72122EA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B8D1FB-83E8-42D4-F6F5-31C0DCD729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LEO Drawbacks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1E5AF9F-D62E-AC9F-251B-EA6E9C2FF6F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C3FE34-2808-40E6-BEA2-B7CA77D47CA5}" type="slidenum">
              <a:rPr lang="en-US" smtClean="0"/>
              <a:pPr/>
              <a:t>5</a:t>
            </a:fld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 Placeholder 3">
                <a:extLst>
                  <a:ext uri="{FF2B5EF4-FFF2-40B4-BE49-F238E27FC236}">
                    <a16:creationId xmlns:a16="http://schemas.microsoft.com/office/drawing/2014/main" id="{D5C9C4DF-5A08-4777-288B-B98392CF8631}"/>
                  </a:ext>
                </a:extLst>
              </p:cNvPr>
              <p:cNvSpPr>
                <a:spLocks noGrp="1"/>
              </p:cNvSpPr>
              <p:nvPr>
                <p:ph type="body" sz="quarter" idx="11"/>
              </p:nvPr>
            </p:nvSpPr>
            <p:spPr>
              <a:xfrm>
                <a:off x="135540" y="1341438"/>
                <a:ext cx="6587378" cy="5461777"/>
              </a:xfrm>
            </p:spPr>
            <p:txBody>
              <a:bodyPr>
                <a:normAutofit fontScale="92500" lnSpcReduction="20000"/>
              </a:bodyPr>
              <a:lstStyle/>
              <a:p>
                <a:r>
                  <a:rPr lang="en-US" dirty="0"/>
                  <a:t>When positioning from satellites, one major assumption is that the satellite positions are known</a:t>
                </a:r>
              </a:p>
              <a:p>
                <a:r>
                  <a:rPr lang="en-US" dirty="0"/>
                  <a:t>For GNSS satellites this assumption holds:</a:t>
                </a:r>
              </a:p>
              <a:p>
                <a:pPr lvl="1"/>
                <a:r>
                  <a:rPr lang="en-US" dirty="0"/>
                  <a:t>GNSS satellites broadcast precise ephemeris every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≈2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hrs</a:t>
                </a:r>
                <a:endParaRPr lang="en-US" dirty="0"/>
              </a:p>
              <a:p>
                <a:pPr lvl="1"/>
                <a:r>
                  <a:rPr lang="en-US" dirty="0"/>
                  <a:t>The ephemeris provides a method to know a satellites position within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≈6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m</m:t>
                    </m:r>
                  </m:oMath>
                </a14:m>
                <a:endParaRPr lang="en-US" dirty="0"/>
              </a:p>
              <a:p>
                <a:r>
                  <a:rPr lang="en-US" dirty="0"/>
                  <a:t>LEO satellite companies may publish ephemeris, but it not guaranteed to be the same quality as GNSS Ephemeris</a:t>
                </a:r>
              </a:p>
              <a:p>
                <a:r>
                  <a:rPr lang="en-US" dirty="0"/>
                  <a:t>Ground Stations Publish Two-Line Element (TLE) files that can propagate a satellites orbit, but these TLEs have large initialization errors and drift  </a:t>
                </a:r>
              </a:p>
            </p:txBody>
          </p:sp>
        </mc:Choice>
        <mc:Fallback>
          <p:sp>
            <p:nvSpPr>
              <p:cNvPr id="4" name="Text Placeholder 3">
                <a:extLst>
                  <a:ext uri="{FF2B5EF4-FFF2-40B4-BE49-F238E27FC236}">
                    <a16:creationId xmlns:a16="http://schemas.microsoft.com/office/drawing/2014/main" id="{D5C9C4DF-5A08-4777-288B-B98392CF863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1"/>
              </p:nvPr>
            </p:nvSpPr>
            <p:spPr>
              <a:xfrm>
                <a:off x="135540" y="1341438"/>
                <a:ext cx="6587378" cy="5461777"/>
              </a:xfrm>
              <a:blipFill>
                <a:blip r:embed="rId2"/>
                <a:stretch>
                  <a:fillRect l="-1388" t="-2455" r="-1110" b="-20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8" name="Picture 17">
            <a:extLst>
              <a:ext uri="{FF2B5EF4-FFF2-40B4-BE49-F238E27FC236}">
                <a16:creationId xmlns:a16="http://schemas.microsoft.com/office/drawing/2014/main" id="{F0A41906-1E3B-9990-B500-A4200CDFF0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360" y="803745"/>
            <a:ext cx="3817844" cy="2724015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B8A2AEC7-C69F-EADA-2337-A1B3FD5507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9618" y="3110500"/>
            <a:ext cx="4605327" cy="3082699"/>
          </a:xfrm>
          <a:prstGeom prst="rect">
            <a:avLst/>
          </a:prstGeom>
        </p:spPr>
      </p:pic>
      <p:sp>
        <p:nvSpPr>
          <p:cNvPr id="39" name="Text Placeholder 3">
            <a:extLst>
              <a:ext uri="{FF2B5EF4-FFF2-40B4-BE49-F238E27FC236}">
                <a16:creationId xmlns:a16="http://schemas.microsoft.com/office/drawing/2014/main" id="{269FD988-4DFD-9C0B-36E6-F8788F313D94}"/>
              </a:ext>
            </a:extLst>
          </p:cNvPr>
          <p:cNvSpPr txBox="1">
            <a:spLocks/>
          </p:cNvSpPr>
          <p:nvPr/>
        </p:nvSpPr>
        <p:spPr>
          <a:xfrm>
            <a:off x="8804465" y="3110500"/>
            <a:ext cx="1846675" cy="5136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defTabSz="457200">
              <a:spcBef>
                <a:spcPts val="700"/>
              </a:spcBef>
              <a:buClr>
                <a:srgbClr val="000000"/>
              </a:buClr>
              <a:buSzPct val="100000"/>
              <a:buFont typeface="Arial"/>
              <a:buChar char="•"/>
              <a:defRPr sz="2800">
                <a:solidFill>
                  <a:srgbClr val="03244D"/>
                </a:solidFill>
                <a:uFill>
                  <a:solidFill/>
                </a:uFill>
                <a:latin typeface="+mn-lt"/>
                <a:ea typeface="+mn-ea"/>
                <a:cs typeface="Arial" panose="020B0604020202020204" pitchFamily="34" charset="0"/>
                <a:sym typeface="Calibri"/>
              </a:defRPr>
            </a:lvl1pPr>
            <a:lvl2pPr marL="783771" indent="-326571" defTabSz="457200">
              <a:spcBef>
                <a:spcPts val="700"/>
              </a:spcBef>
              <a:buClr>
                <a:srgbClr val="000000"/>
              </a:buClr>
              <a:buSzPct val="100000"/>
              <a:buFont typeface="Arial"/>
              <a:buChar char="•"/>
              <a:defRPr sz="2400">
                <a:solidFill>
                  <a:srgbClr val="03244D"/>
                </a:solidFill>
                <a:uFill>
                  <a:solidFill/>
                </a:uFill>
                <a:latin typeface="+mn-lt"/>
                <a:ea typeface="+mn-ea"/>
                <a:cs typeface="Arial" panose="020B0604020202020204" pitchFamily="34" charset="0"/>
                <a:sym typeface="Calibri"/>
              </a:defRPr>
            </a:lvl2pPr>
            <a:lvl3pPr marL="1219200" indent="-304800" defTabSz="457200">
              <a:spcBef>
                <a:spcPts val="700"/>
              </a:spcBef>
              <a:buClr>
                <a:srgbClr val="000000"/>
              </a:buClr>
              <a:buSzPct val="100000"/>
              <a:buFont typeface="Arial"/>
              <a:buChar char="•"/>
              <a:defRPr sz="2000">
                <a:solidFill>
                  <a:srgbClr val="03244D"/>
                </a:solidFill>
                <a:uFill>
                  <a:solidFill/>
                </a:uFill>
                <a:latin typeface="+mn-lt"/>
                <a:ea typeface="+mn-ea"/>
                <a:cs typeface="Arial" panose="020B0604020202020204" pitchFamily="34" charset="0"/>
                <a:sym typeface="Calibri"/>
              </a:defRPr>
            </a:lvl3pPr>
            <a:lvl4pPr marL="1737360" indent="-365760" defTabSz="457200">
              <a:spcBef>
                <a:spcPts val="700"/>
              </a:spcBef>
              <a:buClr>
                <a:srgbClr val="000000"/>
              </a:buClr>
              <a:buSzPct val="100000"/>
              <a:buFont typeface="Arial"/>
              <a:buChar char="•"/>
              <a:defRPr sz="2000">
                <a:solidFill>
                  <a:srgbClr val="03244D"/>
                </a:solidFill>
                <a:uFill>
                  <a:solidFill/>
                </a:uFill>
                <a:latin typeface="+mn-lt"/>
                <a:ea typeface="+mn-ea"/>
                <a:cs typeface="Arial" panose="020B0604020202020204" pitchFamily="34" charset="0"/>
                <a:sym typeface="Calibri"/>
              </a:defRPr>
            </a:lvl4pPr>
            <a:lvl5pPr marL="2194560" indent="-365760" defTabSz="457200">
              <a:spcBef>
                <a:spcPts val="700"/>
              </a:spcBef>
              <a:buClr>
                <a:srgbClr val="000000"/>
              </a:buClr>
              <a:buSzPct val="100000"/>
              <a:buFont typeface="Arial"/>
              <a:buChar char="•"/>
              <a:defRPr sz="2000">
                <a:solidFill>
                  <a:srgbClr val="03244D"/>
                </a:solidFill>
                <a:uFill>
                  <a:solidFill/>
                </a:uFill>
                <a:latin typeface="+mn-lt"/>
                <a:ea typeface="+mn-ea"/>
                <a:cs typeface="Arial" panose="020B0604020202020204" pitchFamily="34" charset="0"/>
                <a:sym typeface="Calibri"/>
              </a:defRPr>
            </a:lvl5pPr>
            <a:lvl6pPr marL="2451100" indent="0" defTabSz="457200">
              <a:spcBef>
                <a:spcPts val="700"/>
              </a:spcBef>
              <a:buClr>
                <a:srgbClr val="000000"/>
              </a:buClr>
              <a:buSzPct val="171000"/>
              <a:buFont typeface="Arial"/>
              <a:buNone/>
              <a:defRPr sz="1800">
                <a:solidFill>
                  <a:srgbClr val="03244D"/>
                </a:solidFill>
                <a:uFill>
                  <a:solidFill/>
                </a:uFill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Calibri"/>
              </a:defRPr>
            </a:lvl6pPr>
            <a:lvl7pPr marL="3721100" indent="-914400" defTabSz="457200">
              <a:spcBef>
                <a:spcPts val="700"/>
              </a:spcBef>
              <a:buClr>
                <a:srgbClr val="000000"/>
              </a:buClr>
              <a:buSzPct val="171000"/>
              <a:buFont typeface="Arial"/>
              <a:buChar char="•"/>
              <a:defRPr sz="3200">
                <a:uFill>
                  <a:solidFill/>
                </a:uFill>
                <a:latin typeface="+mn-lt"/>
                <a:ea typeface="+mn-ea"/>
                <a:cs typeface="+mn-cs"/>
                <a:sym typeface="Calibri"/>
              </a:defRPr>
            </a:lvl7pPr>
            <a:lvl8pPr marL="4076700" indent="-914400" defTabSz="457200">
              <a:spcBef>
                <a:spcPts val="700"/>
              </a:spcBef>
              <a:buClr>
                <a:srgbClr val="000000"/>
              </a:buClr>
              <a:buSzPct val="171000"/>
              <a:buFont typeface="Arial"/>
              <a:buChar char="•"/>
              <a:defRPr sz="3200">
                <a:uFill>
                  <a:solidFill/>
                </a:uFill>
                <a:latin typeface="+mn-lt"/>
                <a:ea typeface="+mn-ea"/>
                <a:cs typeface="+mn-cs"/>
                <a:sym typeface="Calibri"/>
              </a:defRPr>
            </a:lvl8pPr>
            <a:lvl9pPr marL="4432300" indent="-914400" defTabSz="457200">
              <a:spcBef>
                <a:spcPts val="700"/>
              </a:spcBef>
              <a:buClr>
                <a:srgbClr val="000000"/>
              </a:buClr>
              <a:buSzPct val="171000"/>
              <a:buFont typeface="Arial"/>
              <a:buChar char="•"/>
              <a:defRPr sz="3200">
                <a:uFill>
                  <a:solidFill/>
                </a:uFill>
                <a:latin typeface="+mn-lt"/>
                <a:ea typeface="+mn-ea"/>
                <a:cs typeface="+mn-cs"/>
                <a:sym typeface="Calibri"/>
              </a:defRPr>
            </a:lvl9pPr>
          </a:lstStyle>
          <a:p>
            <a:pPr marL="0" indent="0" algn="ctr">
              <a:buNone/>
            </a:pPr>
            <a:r>
              <a:rPr lang="en-US" sz="1500" dirty="0"/>
              <a:t>GNSS Propagation</a:t>
            </a:r>
          </a:p>
        </p:txBody>
      </p:sp>
      <p:sp>
        <p:nvSpPr>
          <p:cNvPr id="40" name="Text Placeholder 3">
            <a:extLst>
              <a:ext uri="{FF2B5EF4-FFF2-40B4-BE49-F238E27FC236}">
                <a16:creationId xmlns:a16="http://schemas.microsoft.com/office/drawing/2014/main" id="{CF1550C2-75BB-F423-97D2-4B78052892C1}"/>
              </a:ext>
            </a:extLst>
          </p:cNvPr>
          <p:cNvSpPr txBox="1">
            <a:spLocks/>
          </p:cNvSpPr>
          <p:nvPr/>
        </p:nvSpPr>
        <p:spPr>
          <a:xfrm>
            <a:off x="8511777" y="5855078"/>
            <a:ext cx="2432050" cy="5136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defTabSz="457200">
              <a:spcBef>
                <a:spcPts val="700"/>
              </a:spcBef>
              <a:buClr>
                <a:srgbClr val="000000"/>
              </a:buClr>
              <a:buSzPct val="100000"/>
              <a:buFont typeface="Arial"/>
              <a:buChar char="•"/>
              <a:defRPr sz="2800">
                <a:solidFill>
                  <a:srgbClr val="03244D"/>
                </a:solidFill>
                <a:uFill>
                  <a:solidFill/>
                </a:uFill>
                <a:latin typeface="+mn-lt"/>
                <a:ea typeface="+mn-ea"/>
                <a:cs typeface="Arial" panose="020B0604020202020204" pitchFamily="34" charset="0"/>
                <a:sym typeface="Calibri"/>
              </a:defRPr>
            </a:lvl1pPr>
            <a:lvl2pPr marL="783771" indent="-326571" defTabSz="457200">
              <a:spcBef>
                <a:spcPts val="700"/>
              </a:spcBef>
              <a:buClr>
                <a:srgbClr val="000000"/>
              </a:buClr>
              <a:buSzPct val="100000"/>
              <a:buFont typeface="Arial"/>
              <a:buChar char="•"/>
              <a:defRPr sz="2400">
                <a:solidFill>
                  <a:srgbClr val="03244D"/>
                </a:solidFill>
                <a:uFill>
                  <a:solidFill/>
                </a:uFill>
                <a:latin typeface="+mn-lt"/>
                <a:ea typeface="+mn-ea"/>
                <a:cs typeface="Arial" panose="020B0604020202020204" pitchFamily="34" charset="0"/>
                <a:sym typeface="Calibri"/>
              </a:defRPr>
            </a:lvl2pPr>
            <a:lvl3pPr marL="1219200" indent="-304800" defTabSz="457200">
              <a:spcBef>
                <a:spcPts val="700"/>
              </a:spcBef>
              <a:buClr>
                <a:srgbClr val="000000"/>
              </a:buClr>
              <a:buSzPct val="100000"/>
              <a:buFont typeface="Arial"/>
              <a:buChar char="•"/>
              <a:defRPr sz="2000">
                <a:solidFill>
                  <a:srgbClr val="03244D"/>
                </a:solidFill>
                <a:uFill>
                  <a:solidFill/>
                </a:uFill>
                <a:latin typeface="+mn-lt"/>
                <a:ea typeface="+mn-ea"/>
                <a:cs typeface="Arial" panose="020B0604020202020204" pitchFamily="34" charset="0"/>
                <a:sym typeface="Calibri"/>
              </a:defRPr>
            </a:lvl3pPr>
            <a:lvl4pPr marL="1737360" indent="-365760" defTabSz="457200">
              <a:spcBef>
                <a:spcPts val="700"/>
              </a:spcBef>
              <a:buClr>
                <a:srgbClr val="000000"/>
              </a:buClr>
              <a:buSzPct val="100000"/>
              <a:buFont typeface="Arial"/>
              <a:buChar char="•"/>
              <a:defRPr sz="2000">
                <a:solidFill>
                  <a:srgbClr val="03244D"/>
                </a:solidFill>
                <a:uFill>
                  <a:solidFill/>
                </a:uFill>
                <a:latin typeface="+mn-lt"/>
                <a:ea typeface="+mn-ea"/>
                <a:cs typeface="Arial" panose="020B0604020202020204" pitchFamily="34" charset="0"/>
                <a:sym typeface="Calibri"/>
              </a:defRPr>
            </a:lvl4pPr>
            <a:lvl5pPr marL="2194560" indent="-365760" defTabSz="457200">
              <a:spcBef>
                <a:spcPts val="700"/>
              </a:spcBef>
              <a:buClr>
                <a:srgbClr val="000000"/>
              </a:buClr>
              <a:buSzPct val="100000"/>
              <a:buFont typeface="Arial"/>
              <a:buChar char="•"/>
              <a:defRPr sz="2000">
                <a:solidFill>
                  <a:srgbClr val="03244D"/>
                </a:solidFill>
                <a:uFill>
                  <a:solidFill/>
                </a:uFill>
                <a:latin typeface="+mn-lt"/>
                <a:ea typeface="+mn-ea"/>
                <a:cs typeface="Arial" panose="020B0604020202020204" pitchFamily="34" charset="0"/>
                <a:sym typeface="Calibri"/>
              </a:defRPr>
            </a:lvl5pPr>
            <a:lvl6pPr marL="2451100" indent="0" defTabSz="457200">
              <a:spcBef>
                <a:spcPts val="700"/>
              </a:spcBef>
              <a:buClr>
                <a:srgbClr val="000000"/>
              </a:buClr>
              <a:buSzPct val="171000"/>
              <a:buFont typeface="Arial"/>
              <a:buNone/>
              <a:defRPr sz="1800">
                <a:solidFill>
                  <a:srgbClr val="03244D"/>
                </a:solidFill>
                <a:uFill>
                  <a:solidFill/>
                </a:uFill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Calibri"/>
              </a:defRPr>
            </a:lvl6pPr>
            <a:lvl7pPr marL="3721100" indent="-914400" defTabSz="457200">
              <a:spcBef>
                <a:spcPts val="700"/>
              </a:spcBef>
              <a:buClr>
                <a:srgbClr val="000000"/>
              </a:buClr>
              <a:buSzPct val="171000"/>
              <a:buFont typeface="Arial"/>
              <a:buChar char="•"/>
              <a:defRPr sz="3200">
                <a:uFill>
                  <a:solidFill/>
                </a:uFill>
                <a:latin typeface="+mn-lt"/>
                <a:ea typeface="+mn-ea"/>
                <a:cs typeface="+mn-cs"/>
                <a:sym typeface="Calibri"/>
              </a:defRPr>
            </a:lvl7pPr>
            <a:lvl8pPr marL="4076700" indent="-914400" defTabSz="457200">
              <a:spcBef>
                <a:spcPts val="700"/>
              </a:spcBef>
              <a:buClr>
                <a:srgbClr val="000000"/>
              </a:buClr>
              <a:buSzPct val="171000"/>
              <a:buFont typeface="Arial"/>
              <a:buChar char="•"/>
              <a:defRPr sz="3200">
                <a:uFill>
                  <a:solidFill/>
                </a:uFill>
                <a:latin typeface="+mn-lt"/>
                <a:ea typeface="+mn-ea"/>
                <a:cs typeface="+mn-cs"/>
                <a:sym typeface="Calibri"/>
              </a:defRPr>
            </a:lvl8pPr>
            <a:lvl9pPr marL="4432300" indent="-914400" defTabSz="457200">
              <a:spcBef>
                <a:spcPts val="700"/>
              </a:spcBef>
              <a:buClr>
                <a:srgbClr val="000000"/>
              </a:buClr>
              <a:buSzPct val="171000"/>
              <a:buFont typeface="Arial"/>
              <a:buChar char="•"/>
              <a:defRPr sz="3200">
                <a:uFill>
                  <a:solidFill/>
                </a:uFill>
                <a:latin typeface="+mn-lt"/>
                <a:ea typeface="+mn-ea"/>
                <a:cs typeface="+mn-cs"/>
                <a:sym typeface="Calibri"/>
              </a:defRPr>
            </a:lvl9pPr>
          </a:lstStyle>
          <a:p>
            <a:pPr marL="0" indent="0" algn="ctr">
              <a:buNone/>
            </a:pPr>
            <a:r>
              <a:rPr lang="en-US" sz="1500" dirty="0"/>
              <a:t>LEO TLE Propagation</a:t>
            </a:r>
          </a:p>
        </p:txBody>
      </p:sp>
    </p:spTree>
    <p:extLst>
      <p:ext uri="{BB962C8B-B14F-4D97-AF65-F5344CB8AC3E}">
        <p14:creationId xmlns:p14="http://schemas.microsoft.com/office/powerpoint/2010/main" val="1750154794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2BFEDD-A32E-E7F3-FF4F-B95ED7F98F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39492C-4A59-A715-6B8D-C72D3E66FC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Methodology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AEAC505-88E0-23A2-0068-6F6F47B532A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C3FE34-2808-40E6-BEA2-B7CA77D47CA5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C20E30-ACBB-1363-4C9E-3280A7FD9D5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35541" y="1341438"/>
            <a:ext cx="6337996" cy="5641253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This project attempts to create a Time Dependent Neural Network (TDNN) to estimate a satellites position using both pseudo-published ephemeris and published TLEs</a:t>
            </a:r>
          </a:p>
          <a:p>
            <a:r>
              <a:rPr lang="en-US" dirty="0"/>
              <a:t>A Time-Delay Neural Network is designed to learn patterns over time using past inputs as explicit delays</a:t>
            </a:r>
          </a:p>
          <a:p>
            <a:r>
              <a:rPr lang="en-US" dirty="0"/>
              <a:t>This structure is well-suited to modeling orbital dynamics and propagation errors, which depend on historical motion.</a:t>
            </a: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D50A06CB-21B3-81E5-E434-4F84B0E2C7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8574" y="2279264"/>
            <a:ext cx="6006553" cy="3237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0166575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BCE200-3B97-C1D1-91AD-74F3D56950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659FBF-A800-35AB-78DA-AFF0E18B85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Methodology - TDNN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B3A1467-55D1-FD99-1760-E7F711673C5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C3FE34-2808-40E6-BEA2-B7CA77D47CA5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B4B3D8-4569-3B58-1E5C-0DBFA4ABDCF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35540" y="1341438"/>
            <a:ext cx="12149978" cy="4911725"/>
          </a:xfrm>
        </p:spPr>
        <p:txBody>
          <a:bodyPr/>
          <a:lstStyle/>
          <a:p>
            <a:r>
              <a:rPr lang="en-US" dirty="0"/>
              <a:t>TDNN Components:</a:t>
            </a:r>
          </a:p>
          <a:p>
            <a:pPr lvl="1"/>
            <a:r>
              <a:rPr lang="en-US" dirty="0"/>
              <a:t>1D Convolution Layer * kernel </a:t>
            </a:r>
            <a:r>
              <a:rPr lang="en-US" b="1" dirty="0"/>
              <a:t>only</a:t>
            </a:r>
            <a:r>
              <a:rPr lang="en-US" dirty="0"/>
              <a:t> extends to previous timesteps *</a:t>
            </a:r>
          </a:p>
          <a:p>
            <a:pPr lvl="1"/>
            <a:r>
              <a:rPr lang="en-US" dirty="0"/>
              <a:t>Max Pooling Layer &amp; Flattening Layer</a:t>
            </a:r>
          </a:p>
          <a:p>
            <a:pPr lvl="1"/>
            <a:r>
              <a:rPr lang="en-US" dirty="0"/>
              <a:t>Multi-Layer Perceptron (MLP)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C58A49F-299C-4B39-F958-9A11D095E5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2482" y="3220893"/>
            <a:ext cx="7360227" cy="3672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9805258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3BB17E-002B-4F6C-6BB7-B49646CD16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A524E0-EC6A-C748-C2C4-4527599AC6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Training Data and TDNN Parameters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E428BE4-E698-70F3-9193-CB49B58D592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C3FE34-2808-40E6-BEA2-B7CA77D47CA5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E2CC23-850D-6EA9-A71A-6E160753559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35539" y="1341438"/>
            <a:ext cx="7137619" cy="4911725"/>
          </a:xfrm>
        </p:spPr>
        <p:txBody>
          <a:bodyPr/>
          <a:lstStyle/>
          <a:p>
            <a:pPr marL="0" indent="0" algn="ctr">
              <a:buNone/>
            </a:pPr>
            <a:r>
              <a:rPr lang="en-US" dirty="0"/>
              <a:t>Example Testing Data taken from LAGEOS-1 scientific satellite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4F0AC01-B21E-B175-A1E9-A63640100764}"/>
              </a:ext>
            </a:extLst>
          </p:cNvPr>
          <p:cNvGraphicFramePr>
            <a:graphicFrameLocks noGrp="1"/>
          </p:cNvGraphicFramePr>
          <p:nvPr/>
        </p:nvGraphicFramePr>
        <p:xfrm>
          <a:off x="7662041" y="1995597"/>
          <a:ext cx="3983421" cy="377458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2385487">
                  <a:extLst>
                    <a:ext uri="{9D8B030D-6E8A-4147-A177-3AD203B41FA5}">
                      <a16:colId xmlns:a16="http://schemas.microsoft.com/office/drawing/2014/main" val="2029435156"/>
                    </a:ext>
                  </a:extLst>
                </a:gridCol>
                <a:gridCol w="1597934">
                  <a:extLst>
                    <a:ext uri="{9D8B030D-6E8A-4147-A177-3AD203B41FA5}">
                      <a16:colId xmlns:a16="http://schemas.microsoft.com/office/drawing/2014/main" val="2594455307"/>
                    </a:ext>
                  </a:extLst>
                </a:gridCol>
              </a:tblGrid>
              <a:tr h="51547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Parameter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Value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02097549"/>
                  </a:ext>
                </a:extLst>
              </a:tr>
              <a:tr h="51547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Window Size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180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2130261"/>
                  </a:ext>
                </a:extLst>
              </a:tr>
              <a:tr h="51547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Epochs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00138850"/>
                  </a:ext>
                </a:extLst>
              </a:tr>
              <a:tr h="51547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Batch Size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128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2971204"/>
                  </a:ext>
                </a:extLst>
              </a:tr>
              <a:tr h="51547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Learning Rate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0.0001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93120320"/>
                  </a:ext>
                </a:extLst>
              </a:tr>
              <a:tr h="51547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Optimizer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ADAMS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76955195"/>
                  </a:ext>
                </a:extLst>
              </a:tr>
              <a:tr h="681736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Activation Function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/>
                        <a:t>ReLu</a:t>
                      </a:r>
                      <a:endParaRPr lang="en-US" sz="1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03077693"/>
                  </a:ext>
                </a:extLst>
              </a:tr>
            </a:tbl>
          </a:graphicData>
        </a:graphic>
      </p:graphicFrame>
      <p:pic>
        <p:nvPicPr>
          <p:cNvPr id="7" name="Picture 6" descr="A graph of a graph&#10;&#10;AI-generated content may be incorrect.">
            <a:extLst>
              <a:ext uri="{FF2B5EF4-FFF2-40B4-BE49-F238E27FC236}">
                <a16:creationId xmlns:a16="http://schemas.microsoft.com/office/drawing/2014/main" id="{3E68ECAF-C9C2-F063-5830-E59E12A5610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0731" y="2475052"/>
            <a:ext cx="5139559" cy="3778111"/>
          </a:xfrm>
          <a:prstGeom prst="rect">
            <a:avLst/>
          </a:prstGeom>
        </p:spPr>
      </p:pic>
      <p:pic>
        <p:nvPicPr>
          <p:cNvPr id="9" name="Picture 8" descr="A graph of a sphere with red and blue lines&#10;&#10;AI-generated content may be incorrect.">
            <a:extLst>
              <a:ext uri="{FF2B5EF4-FFF2-40B4-BE49-F238E27FC236}">
                <a16:creationId xmlns:a16="http://schemas.microsoft.com/office/drawing/2014/main" id="{3D109418-A254-5356-58BD-C7A235E5D60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083" y="2451596"/>
            <a:ext cx="5338938" cy="3801567"/>
          </a:xfrm>
          <a:prstGeom prst="rect">
            <a:avLst/>
          </a:prstGeom>
        </p:spPr>
      </p:pic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035EA581-D510-FDAF-1BAA-20FAEFE41226}"/>
              </a:ext>
            </a:extLst>
          </p:cNvPr>
          <p:cNvSpPr txBox="1">
            <a:spLocks/>
          </p:cNvSpPr>
          <p:nvPr/>
        </p:nvSpPr>
        <p:spPr>
          <a:xfrm>
            <a:off x="6084941" y="1482111"/>
            <a:ext cx="7137619" cy="50175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defTabSz="457200">
              <a:spcBef>
                <a:spcPts val="700"/>
              </a:spcBef>
              <a:buClr>
                <a:srgbClr val="000000"/>
              </a:buClr>
              <a:buSzPct val="100000"/>
              <a:buFont typeface="Arial"/>
              <a:buChar char="•"/>
              <a:defRPr sz="2800">
                <a:solidFill>
                  <a:srgbClr val="03244D"/>
                </a:solidFill>
                <a:uFill>
                  <a:solidFill/>
                </a:uFill>
                <a:latin typeface="+mn-lt"/>
                <a:ea typeface="+mn-ea"/>
                <a:cs typeface="Arial" panose="020B0604020202020204" pitchFamily="34" charset="0"/>
                <a:sym typeface="Calibri"/>
              </a:defRPr>
            </a:lvl1pPr>
            <a:lvl2pPr marL="783771" indent="-326571" defTabSz="457200">
              <a:spcBef>
                <a:spcPts val="700"/>
              </a:spcBef>
              <a:buClr>
                <a:srgbClr val="000000"/>
              </a:buClr>
              <a:buSzPct val="100000"/>
              <a:buFont typeface="Arial"/>
              <a:buChar char="•"/>
              <a:defRPr sz="2400">
                <a:solidFill>
                  <a:srgbClr val="03244D"/>
                </a:solidFill>
                <a:uFill>
                  <a:solidFill/>
                </a:uFill>
                <a:latin typeface="+mn-lt"/>
                <a:ea typeface="+mn-ea"/>
                <a:cs typeface="Arial" panose="020B0604020202020204" pitchFamily="34" charset="0"/>
                <a:sym typeface="Calibri"/>
              </a:defRPr>
            </a:lvl2pPr>
            <a:lvl3pPr marL="1219200" indent="-304800" defTabSz="457200">
              <a:spcBef>
                <a:spcPts val="700"/>
              </a:spcBef>
              <a:buClr>
                <a:srgbClr val="000000"/>
              </a:buClr>
              <a:buSzPct val="100000"/>
              <a:buFont typeface="Arial"/>
              <a:buChar char="•"/>
              <a:defRPr sz="2000">
                <a:solidFill>
                  <a:srgbClr val="03244D"/>
                </a:solidFill>
                <a:uFill>
                  <a:solidFill/>
                </a:uFill>
                <a:latin typeface="+mn-lt"/>
                <a:ea typeface="+mn-ea"/>
                <a:cs typeface="Arial" panose="020B0604020202020204" pitchFamily="34" charset="0"/>
                <a:sym typeface="Calibri"/>
              </a:defRPr>
            </a:lvl3pPr>
            <a:lvl4pPr marL="1737360" indent="-365760" defTabSz="457200">
              <a:spcBef>
                <a:spcPts val="700"/>
              </a:spcBef>
              <a:buClr>
                <a:srgbClr val="000000"/>
              </a:buClr>
              <a:buSzPct val="100000"/>
              <a:buFont typeface="Arial"/>
              <a:buChar char="•"/>
              <a:defRPr sz="2000">
                <a:solidFill>
                  <a:srgbClr val="03244D"/>
                </a:solidFill>
                <a:uFill>
                  <a:solidFill/>
                </a:uFill>
                <a:latin typeface="+mn-lt"/>
                <a:ea typeface="+mn-ea"/>
                <a:cs typeface="Arial" panose="020B0604020202020204" pitchFamily="34" charset="0"/>
                <a:sym typeface="Calibri"/>
              </a:defRPr>
            </a:lvl4pPr>
            <a:lvl5pPr marL="2194560" indent="-365760" defTabSz="457200">
              <a:spcBef>
                <a:spcPts val="700"/>
              </a:spcBef>
              <a:buClr>
                <a:srgbClr val="000000"/>
              </a:buClr>
              <a:buSzPct val="100000"/>
              <a:buFont typeface="Arial"/>
              <a:buChar char="•"/>
              <a:defRPr sz="2000">
                <a:solidFill>
                  <a:srgbClr val="03244D"/>
                </a:solidFill>
                <a:uFill>
                  <a:solidFill/>
                </a:uFill>
                <a:latin typeface="+mn-lt"/>
                <a:ea typeface="+mn-ea"/>
                <a:cs typeface="Arial" panose="020B0604020202020204" pitchFamily="34" charset="0"/>
                <a:sym typeface="Calibri"/>
              </a:defRPr>
            </a:lvl5pPr>
            <a:lvl6pPr marL="2451100" indent="0" defTabSz="457200">
              <a:spcBef>
                <a:spcPts val="700"/>
              </a:spcBef>
              <a:buClr>
                <a:srgbClr val="000000"/>
              </a:buClr>
              <a:buSzPct val="171000"/>
              <a:buFont typeface="Arial"/>
              <a:buNone/>
              <a:defRPr sz="1800">
                <a:solidFill>
                  <a:srgbClr val="03244D"/>
                </a:solidFill>
                <a:uFill>
                  <a:solidFill/>
                </a:uFill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Calibri"/>
              </a:defRPr>
            </a:lvl6pPr>
            <a:lvl7pPr marL="3721100" indent="-914400" defTabSz="457200">
              <a:spcBef>
                <a:spcPts val="700"/>
              </a:spcBef>
              <a:buClr>
                <a:srgbClr val="000000"/>
              </a:buClr>
              <a:buSzPct val="171000"/>
              <a:buFont typeface="Arial"/>
              <a:buChar char="•"/>
              <a:defRPr sz="3200">
                <a:uFill>
                  <a:solidFill/>
                </a:uFill>
                <a:latin typeface="+mn-lt"/>
                <a:ea typeface="+mn-ea"/>
                <a:cs typeface="+mn-cs"/>
                <a:sym typeface="Calibri"/>
              </a:defRPr>
            </a:lvl7pPr>
            <a:lvl8pPr marL="4076700" indent="-914400" defTabSz="457200">
              <a:spcBef>
                <a:spcPts val="700"/>
              </a:spcBef>
              <a:buClr>
                <a:srgbClr val="000000"/>
              </a:buClr>
              <a:buSzPct val="171000"/>
              <a:buFont typeface="Arial"/>
              <a:buChar char="•"/>
              <a:defRPr sz="3200">
                <a:uFill>
                  <a:solidFill/>
                </a:uFill>
                <a:latin typeface="+mn-lt"/>
                <a:ea typeface="+mn-ea"/>
                <a:cs typeface="+mn-cs"/>
                <a:sym typeface="Calibri"/>
              </a:defRPr>
            </a:lvl8pPr>
            <a:lvl9pPr marL="4432300" indent="-914400" defTabSz="457200">
              <a:spcBef>
                <a:spcPts val="700"/>
              </a:spcBef>
              <a:buClr>
                <a:srgbClr val="000000"/>
              </a:buClr>
              <a:buSzPct val="171000"/>
              <a:buFont typeface="Arial"/>
              <a:buChar char="•"/>
              <a:defRPr sz="3200">
                <a:uFill>
                  <a:solidFill/>
                </a:uFill>
                <a:latin typeface="+mn-lt"/>
                <a:ea typeface="+mn-ea"/>
                <a:cs typeface="+mn-cs"/>
                <a:sym typeface="Calibri"/>
              </a:defRPr>
            </a:lvl9pPr>
          </a:lstStyle>
          <a:p>
            <a:pPr marL="0" indent="0" algn="ctr">
              <a:buFont typeface="Arial"/>
              <a:buNone/>
            </a:pPr>
            <a:r>
              <a:rPr lang="en-US" dirty="0"/>
              <a:t>TDNN Parameters</a:t>
            </a:r>
          </a:p>
        </p:txBody>
      </p:sp>
    </p:spTree>
    <p:extLst>
      <p:ext uri="{BB962C8B-B14F-4D97-AF65-F5344CB8AC3E}">
        <p14:creationId xmlns:p14="http://schemas.microsoft.com/office/powerpoint/2010/main" val="72944300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5B2F9C-B466-38DF-02C3-26C6399070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572516-A288-40AD-8261-7C89BF3565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Training Data and TDNN Parameters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C398AE0-DFE8-4740-7C8C-376680B31C3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C3FE34-2808-40E6-BEA2-B7CA77D47CA5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D60E65-1603-A798-9DC2-DF73B17DAE2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35539" y="1341438"/>
            <a:ext cx="7137619" cy="4911725"/>
          </a:xfrm>
        </p:spPr>
        <p:txBody>
          <a:bodyPr/>
          <a:lstStyle/>
          <a:p>
            <a:pPr marL="0" indent="0" algn="ctr">
              <a:buNone/>
            </a:pPr>
            <a:r>
              <a:rPr lang="en-US" dirty="0"/>
              <a:t>Example Testing Data taken from LAGEOS-1 scientific satellite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28E4F10-CFAB-F7FB-E61F-C9F1A832C708}"/>
              </a:ext>
            </a:extLst>
          </p:cNvPr>
          <p:cNvGraphicFramePr>
            <a:graphicFrameLocks noGrp="1"/>
          </p:cNvGraphicFramePr>
          <p:nvPr/>
        </p:nvGraphicFramePr>
        <p:xfrm>
          <a:off x="7662041" y="1995597"/>
          <a:ext cx="3983421" cy="377458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2385487">
                  <a:extLst>
                    <a:ext uri="{9D8B030D-6E8A-4147-A177-3AD203B41FA5}">
                      <a16:colId xmlns:a16="http://schemas.microsoft.com/office/drawing/2014/main" val="2029435156"/>
                    </a:ext>
                  </a:extLst>
                </a:gridCol>
                <a:gridCol w="1597934">
                  <a:extLst>
                    <a:ext uri="{9D8B030D-6E8A-4147-A177-3AD203B41FA5}">
                      <a16:colId xmlns:a16="http://schemas.microsoft.com/office/drawing/2014/main" val="2594455307"/>
                    </a:ext>
                  </a:extLst>
                </a:gridCol>
              </a:tblGrid>
              <a:tr h="51547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Parameter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Value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02097549"/>
                  </a:ext>
                </a:extLst>
              </a:tr>
              <a:tr h="51547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Window Size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180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2130261"/>
                  </a:ext>
                </a:extLst>
              </a:tr>
              <a:tr h="51547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Epochs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00138850"/>
                  </a:ext>
                </a:extLst>
              </a:tr>
              <a:tr h="51547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Batch Size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128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2971204"/>
                  </a:ext>
                </a:extLst>
              </a:tr>
              <a:tr h="51547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Learning Rate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0.0001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93120320"/>
                  </a:ext>
                </a:extLst>
              </a:tr>
              <a:tr h="51547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Optimizer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ADAMS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76955195"/>
                  </a:ext>
                </a:extLst>
              </a:tr>
              <a:tr h="681736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Activation Function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/>
                        <a:t>ReLu</a:t>
                      </a:r>
                      <a:endParaRPr lang="en-US" sz="1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03077693"/>
                  </a:ext>
                </a:extLst>
              </a:tr>
            </a:tbl>
          </a:graphicData>
        </a:graphic>
      </p:graphicFrame>
      <p:pic>
        <p:nvPicPr>
          <p:cNvPr id="7" name="Picture 6" descr="A graph of a graph&#10;&#10;AI-generated content may be incorrect.">
            <a:extLst>
              <a:ext uri="{FF2B5EF4-FFF2-40B4-BE49-F238E27FC236}">
                <a16:creationId xmlns:a16="http://schemas.microsoft.com/office/drawing/2014/main" id="{570E749A-0A40-755D-DC12-0AC56C20646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0731" y="2475052"/>
            <a:ext cx="5139559" cy="3778111"/>
          </a:xfrm>
          <a:prstGeom prst="rect">
            <a:avLst/>
          </a:prstGeom>
        </p:spPr>
      </p:pic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007E087D-801D-28DB-D3C9-7F6654E1155B}"/>
              </a:ext>
            </a:extLst>
          </p:cNvPr>
          <p:cNvSpPr txBox="1">
            <a:spLocks/>
          </p:cNvSpPr>
          <p:nvPr/>
        </p:nvSpPr>
        <p:spPr>
          <a:xfrm>
            <a:off x="6084941" y="1482111"/>
            <a:ext cx="7137619" cy="50175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defTabSz="457200">
              <a:spcBef>
                <a:spcPts val="700"/>
              </a:spcBef>
              <a:buClr>
                <a:srgbClr val="000000"/>
              </a:buClr>
              <a:buSzPct val="100000"/>
              <a:buFont typeface="Arial"/>
              <a:buChar char="•"/>
              <a:defRPr sz="2800">
                <a:solidFill>
                  <a:srgbClr val="03244D"/>
                </a:solidFill>
                <a:uFill>
                  <a:solidFill/>
                </a:uFill>
                <a:latin typeface="+mn-lt"/>
                <a:ea typeface="+mn-ea"/>
                <a:cs typeface="Arial" panose="020B0604020202020204" pitchFamily="34" charset="0"/>
                <a:sym typeface="Calibri"/>
              </a:defRPr>
            </a:lvl1pPr>
            <a:lvl2pPr marL="783771" indent="-326571" defTabSz="457200">
              <a:spcBef>
                <a:spcPts val="700"/>
              </a:spcBef>
              <a:buClr>
                <a:srgbClr val="000000"/>
              </a:buClr>
              <a:buSzPct val="100000"/>
              <a:buFont typeface="Arial"/>
              <a:buChar char="•"/>
              <a:defRPr sz="2400">
                <a:solidFill>
                  <a:srgbClr val="03244D"/>
                </a:solidFill>
                <a:uFill>
                  <a:solidFill/>
                </a:uFill>
                <a:latin typeface="+mn-lt"/>
                <a:ea typeface="+mn-ea"/>
                <a:cs typeface="Arial" panose="020B0604020202020204" pitchFamily="34" charset="0"/>
                <a:sym typeface="Calibri"/>
              </a:defRPr>
            </a:lvl2pPr>
            <a:lvl3pPr marL="1219200" indent="-304800" defTabSz="457200">
              <a:spcBef>
                <a:spcPts val="700"/>
              </a:spcBef>
              <a:buClr>
                <a:srgbClr val="000000"/>
              </a:buClr>
              <a:buSzPct val="100000"/>
              <a:buFont typeface="Arial"/>
              <a:buChar char="•"/>
              <a:defRPr sz="2000">
                <a:solidFill>
                  <a:srgbClr val="03244D"/>
                </a:solidFill>
                <a:uFill>
                  <a:solidFill/>
                </a:uFill>
                <a:latin typeface="+mn-lt"/>
                <a:ea typeface="+mn-ea"/>
                <a:cs typeface="Arial" panose="020B0604020202020204" pitchFamily="34" charset="0"/>
                <a:sym typeface="Calibri"/>
              </a:defRPr>
            </a:lvl3pPr>
            <a:lvl4pPr marL="1737360" indent="-365760" defTabSz="457200">
              <a:spcBef>
                <a:spcPts val="700"/>
              </a:spcBef>
              <a:buClr>
                <a:srgbClr val="000000"/>
              </a:buClr>
              <a:buSzPct val="100000"/>
              <a:buFont typeface="Arial"/>
              <a:buChar char="•"/>
              <a:defRPr sz="2000">
                <a:solidFill>
                  <a:srgbClr val="03244D"/>
                </a:solidFill>
                <a:uFill>
                  <a:solidFill/>
                </a:uFill>
                <a:latin typeface="+mn-lt"/>
                <a:ea typeface="+mn-ea"/>
                <a:cs typeface="Arial" panose="020B0604020202020204" pitchFamily="34" charset="0"/>
                <a:sym typeface="Calibri"/>
              </a:defRPr>
            </a:lvl4pPr>
            <a:lvl5pPr marL="2194560" indent="-365760" defTabSz="457200">
              <a:spcBef>
                <a:spcPts val="700"/>
              </a:spcBef>
              <a:buClr>
                <a:srgbClr val="000000"/>
              </a:buClr>
              <a:buSzPct val="100000"/>
              <a:buFont typeface="Arial"/>
              <a:buChar char="•"/>
              <a:defRPr sz="2000">
                <a:solidFill>
                  <a:srgbClr val="03244D"/>
                </a:solidFill>
                <a:uFill>
                  <a:solidFill/>
                </a:uFill>
                <a:latin typeface="+mn-lt"/>
                <a:ea typeface="+mn-ea"/>
                <a:cs typeface="Arial" panose="020B0604020202020204" pitchFamily="34" charset="0"/>
                <a:sym typeface="Calibri"/>
              </a:defRPr>
            </a:lvl5pPr>
            <a:lvl6pPr marL="2451100" indent="0" defTabSz="457200">
              <a:spcBef>
                <a:spcPts val="700"/>
              </a:spcBef>
              <a:buClr>
                <a:srgbClr val="000000"/>
              </a:buClr>
              <a:buSzPct val="171000"/>
              <a:buFont typeface="Arial"/>
              <a:buNone/>
              <a:defRPr sz="1800">
                <a:solidFill>
                  <a:srgbClr val="03244D"/>
                </a:solidFill>
                <a:uFill>
                  <a:solidFill/>
                </a:uFill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Calibri"/>
              </a:defRPr>
            </a:lvl6pPr>
            <a:lvl7pPr marL="3721100" indent="-914400" defTabSz="457200">
              <a:spcBef>
                <a:spcPts val="700"/>
              </a:spcBef>
              <a:buClr>
                <a:srgbClr val="000000"/>
              </a:buClr>
              <a:buSzPct val="171000"/>
              <a:buFont typeface="Arial"/>
              <a:buChar char="•"/>
              <a:defRPr sz="3200">
                <a:uFill>
                  <a:solidFill/>
                </a:uFill>
                <a:latin typeface="+mn-lt"/>
                <a:ea typeface="+mn-ea"/>
                <a:cs typeface="+mn-cs"/>
                <a:sym typeface="Calibri"/>
              </a:defRPr>
            </a:lvl7pPr>
            <a:lvl8pPr marL="4076700" indent="-914400" defTabSz="457200">
              <a:spcBef>
                <a:spcPts val="700"/>
              </a:spcBef>
              <a:buClr>
                <a:srgbClr val="000000"/>
              </a:buClr>
              <a:buSzPct val="171000"/>
              <a:buFont typeface="Arial"/>
              <a:buChar char="•"/>
              <a:defRPr sz="3200">
                <a:uFill>
                  <a:solidFill/>
                </a:uFill>
                <a:latin typeface="+mn-lt"/>
                <a:ea typeface="+mn-ea"/>
                <a:cs typeface="+mn-cs"/>
                <a:sym typeface="Calibri"/>
              </a:defRPr>
            </a:lvl8pPr>
            <a:lvl9pPr marL="4432300" indent="-914400" defTabSz="457200">
              <a:spcBef>
                <a:spcPts val="700"/>
              </a:spcBef>
              <a:buClr>
                <a:srgbClr val="000000"/>
              </a:buClr>
              <a:buSzPct val="171000"/>
              <a:buFont typeface="Arial"/>
              <a:buChar char="•"/>
              <a:defRPr sz="3200">
                <a:uFill>
                  <a:solidFill/>
                </a:uFill>
                <a:latin typeface="+mn-lt"/>
                <a:ea typeface="+mn-ea"/>
                <a:cs typeface="+mn-cs"/>
                <a:sym typeface="Calibri"/>
              </a:defRPr>
            </a:lvl9pPr>
          </a:lstStyle>
          <a:p>
            <a:pPr marL="0" indent="0" algn="ctr">
              <a:buFont typeface="Arial"/>
              <a:buNone/>
            </a:pPr>
            <a:r>
              <a:rPr lang="en-US" dirty="0"/>
              <a:t>TDNN Parameters</a:t>
            </a:r>
          </a:p>
        </p:txBody>
      </p:sp>
    </p:spTree>
    <p:extLst>
      <p:ext uri="{BB962C8B-B14F-4D97-AF65-F5344CB8AC3E}">
        <p14:creationId xmlns:p14="http://schemas.microsoft.com/office/powerpoint/2010/main" val="8273674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A7B22B-B828-444D-3A85-EB3E52ED67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63F9C3-1EE4-FA2A-B322-B7A8484E4E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C21D1E0-5B3A-5016-9B3F-2E1D2F79F8D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C3FE34-2808-40E6-BEA2-B7CA77D47CA5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DBB3EB-9DCC-9097-A662-2582FF07113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7230882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D71018-4EB8-B688-7CAA-667E8F2C26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F8029B-7816-7581-AEBE-83E48A4151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BD90F65-1F5B-70A4-CB54-6F4CE720724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C3FE34-2808-40E6-BEA2-B7CA77D47CA5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87E479-C1CD-9813-DD3D-0312EBDD7C0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4093353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0D66B7-4BD0-241C-EDF0-69F8245AE5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70F404-1765-ED46-4559-91158F2D90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Future Work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3E05F10-3B2A-82D1-41E4-C67DA20A76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C3FE34-2808-40E6-BEA2-B7CA77D47CA5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111337-9272-DFAB-6913-12AF9BE59D9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2655864"/>
      </p:ext>
    </p:extLst>
  </p:cSld>
  <p:clrMapOvr>
    <a:masterClrMapping/>
  </p:clrMapOvr>
  <p:transition spd="med"/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theme1.xml><?xml version="1.0" encoding="utf-8"?>
<a:theme xmlns:a="http://schemas.openxmlformats.org/drawingml/2006/main" name="Gavlab">
  <a:themeElements>
    <a:clrScheme name="AU Colors">
      <a:dk1>
        <a:srgbClr val="03244D"/>
      </a:dk1>
      <a:lt1>
        <a:srgbClr val="FFFFFF"/>
      </a:lt1>
      <a:dk2>
        <a:srgbClr val="53585F"/>
      </a:dk2>
      <a:lt2>
        <a:srgbClr val="DCDEE0"/>
      </a:lt2>
      <a:accent1>
        <a:srgbClr val="03244D"/>
      </a:accent1>
      <a:accent2>
        <a:srgbClr val="DD550C"/>
      </a:accent2>
      <a:accent3>
        <a:srgbClr val="496E9C"/>
      </a:accent3>
      <a:accent4>
        <a:srgbClr val="F68026"/>
      </a:accent4>
      <a:accent5>
        <a:srgbClr val="000000"/>
      </a:accent5>
      <a:accent6>
        <a:srgbClr val="7F7F7F"/>
      </a:accent6>
      <a:hlink>
        <a:srgbClr val="0000FF"/>
      </a:hlink>
      <a:folHlink>
        <a:srgbClr val="FF00FF"/>
      </a:folHlink>
    </a:clrScheme>
    <a:fontScheme name="Gavlab Fonts">
      <a:majorFont>
        <a:latin typeface="Arial"/>
        <a:ea typeface="Calibri"/>
        <a:cs typeface="Calibri"/>
      </a:majorFont>
      <a:minorFont>
        <a:latin typeface="Arial"/>
        <a:ea typeface="Calibri"/>
        <a:cs typeface="Calibri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12700" cap="flat">
          <a:noFill/>
          <a:miter lim="400000"/>
        </a:ln>
        <a:effectLst>
          <a:outerShdw blurRad="38100" dist="25400" dir="5400000" rotWithShape="0">
            <a:srgbClr val="000000">
              <a:alpha val="50000"/>
            </a:srgbClr>
          </a:outerShdw>
        </a:effectLst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>
            <a:srgbClr val="000000"/>
          </a:buClr>
          <a:buSzTx/>
          <a:buFont typeface="Calibri"/>
          <a:buNone/>
          <a:tabLst/>
          <a:defRPr kumimoji="0" sz="4000" b="0" i="0" u="none" strike="noStrike" cap="none" spc="0" normalizeH="0" baseline="0">
            <a:ln>
              <a:noFill/>
            </a:ln>
            <a:solidFill>
              <a:srgbClr val="FFFFFF"/>
            </a:solidFill>
            <a:effectLst>
              <a:outerShdw blurRad="38100" dist="12700" dir="5400000" rotWithShape="0">
                <a:srgbClr val="000000">
                  <a:alpha val="50000"/>
                </a:srgbClr>
              </a:outerShdw>
            </a:effectLst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38100" cap="flat">
          <a:solidFill>
            <a:srgbClr val="000000"/>
          </a:solidFill>
          <a:prstDash val="solid"/>
          <a:miter lim="400000"/>
        </a:ln>
        <a:effectLst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4572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>
            <a:srgbClr val="000000"/>
          </a:buClr>
          <a:buSzTx/>
          <a:buFont typeface="Calibri"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>
              <a:solidFill>
                <a:srgbClr val="000000"/>
              </a:solidFill>
            </a:uFill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Calibri"/>
        <a:ea typeface="Calibri"/>
        <a:cs typeface="Calibri"/>
      </a:majorFont>
      <a:minorFont>
        <a:latin typeface="Calibri"/>
        <a:ea typeface="Calibri"/>
        <a:cs typeface="Calibri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12700" cap="flat">
          <a:noFill/>
          <a:miter lim="400000"/>
        </a:ln>
        <a:effectLst>
          <a:outerShdw blurRad="38100" dist="25400" dir="5400000" rotWithShape="0">
            <a:srgbClr val="000000">
              <a:alpha val="50000"/>
            </a:srgbClr>
          </a:outerShdw>
        </a:effectLst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>
            <a:srgbClr val="000000"/>
          </a:buClr>
          <a:buSzTx/>
          <a:buFont typeface="Calibri"/>
          <a:buNone/>
          <a:tabLst/>
          <a:defRPr kumimoji="0" sz="4000" b="0" i="0" u="none" strike="noStrike" cap="none" spc="0" normalizeH="0" baseline="0">
            <a:ln>
              <a:noFill/>
            </a:ln>
            <a:solidFill>
              <a:srgbClr val="FFFFFF"/>
            </a:solidFill>
            <a:effectLst>
              <a:outerShdw blurRad="38100" dist="12700" dir="5400000" rotWithShape="0">
                <a:srgbClr val="000000">
                  <a:alpha val="50000"/>
                </a:srgbClr>
              </a:outerShdw>
            </a:effectLst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38100" cap="flat">
          <a:solidFill>
            <a:srgbClr val="000000"/>
          </a:solidFill>
          <a:prstDash val="solid"/>
          <a:miter lim="400000"/>
        </a:ln>
        <a:effectLst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4572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>
            <a:srgbClr val="000000"/>
          </a:buClr>
          <a:buSzTx/>
          <a:buFont typeface="Calibri"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>
              <a:solidFill>
                <a:srgbClr val="000000"/>
              </a:solidFill>
            </a:uFill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9618</TotalTime>
  <Words>524</Words>
  <Application>Microsoft Office PowerPoint</Application>
  <PresentationFormat>Widescreen</PresentationFormat>
  <Paragraphs>83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Cambria Math</vt:lpstr>
      <vt:lpstr>Lucida Grande</vt:lpstr>
      <vt:lpstr>Gavlab</vt:lpstr>
      <vt:lpstr>COMP 6600 Final Project:  Time Delayed Neural Network for Improved Satellite Orbit Propagation</vt:lpstr>
      <vt:lpstr>Background/Motivation</vt:lpstr>
      <vt:lpstr>LEO Satellite Qualities </vt:lpstr>
      <vt:lpstr>LEO Satellite Qualities </vt:lpstr>
      <vt:lpstr>LEO Drawbacks</vt:lpstr>
      <vt:lpstr>Methodology </vt:lpstr>
      <vt:lpstr>Methodology - TDNN </vt:lpstr>
      <vt:lpstr>Training Data and TDNN Parameters </vt:lpstr>
      <vt:lpstr>Training Data and TDNN Parameters </vt:lpstr>
      <vt:lpstr>Results</vt:lpstr>
      <vt:lpstr>Conclusion </vt:lpstr>
      <vt:lpstr>Future Work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Kelly Bates</dc:creator>
  <cp:lastModifiedBy>Oren Miller</cp:lastModifiedBy>
  <cp:revision>353</cp:revision>
  <cp:lastPrinted>2020-09-23T15:49:10Z</cp:lastPrinted>
  <dcterms:modified xsi:type="dcterms:W3CDTF">2025-11-21T07:58:00Z</dcterms:modified>
</cp:coreProperties>
</file>